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4C1A-5929-228A-4766-8E5CAA91D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F0B28-CBD7-5B7D-77C7-10F9C6469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A3335-E4D5-ACFB-407F-C23A4E950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F9636-94F2-4A87-AB3E-19C469F0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947F1-0B53-EC43-D7ED-0EF8A98B6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58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D20F-3D32-6E90-61BE-2355348F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D87F6-4516-7417-6D0B-1434190D6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210B3-D485-2A09-1A4B-EE9147B1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C34DD-B928-2028-3EF8-07C7D473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C0C6C-26AA-E9E7-5672-81B736170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56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32C4-D1A6-C295-1F59-55734DE33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9802F-5F8C-C25D-7FE2-012A59102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AA9C3-7D06-5BB5-08DB-F254AE81C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2F9C-833E-E83F-630E-DFB5001E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2182C-7EE0-89C4-7C43-755432C2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28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779A-6219-3DA4-E304-1BB49496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1995A-333D-E96B-FCA1-122D4B962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4F12E8-2862-586A-2893-B9D7CCDCE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08777-2190-2D73-F867-AF14D858B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4E0BD-CEB4-6B52-E6EA-16783C37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3E4FA-B864-FB4D-96D3-3A807A8F0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59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0B901-FDC4-CD81-D9EF-97FA0E8A0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F3E57-D7FB-AE03-1BEE-89888CD9B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327CF-54DC-3A8E-4EB6-8F798E7A6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F577D4-22ED-9498-2DB3-7685266855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7CA98-6517-4227-6A89-3BE8DE5B1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C3BBA-9111-ABE2-134E-453BB31D1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B72ED9-B73A-0064-0B83-3C307EF6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322370-E52C-7579-E78B-B60BF499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9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466B3-88C6-5143-9F12-8ADD44BEB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7F951B-3EC6-D337-1C4D-F8394E299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D59EA-28B2-C64F-9FB2-CEF7E2F03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B5C2A4-0EDA-70D9-1782-8DEBE404F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8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6EF771-080F-DA61-C91D-BA4DD1302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DCECBF-1F0E-DE04-3B5C-5AF08BC5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7FD69-6EEF-6669-799A-D6BF5182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00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62B6F90-5AD7-54F3-387C-D9402812F4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950765" y="189490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4886A18-7760-C850-681E-9CBBF8A6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66003" y="189490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8E504AD-824B-6E1B-5BFC-C60A0323D15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181241" y="189490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7D101B5-DB8E-B851-7495-16C5CC7F78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5527" y="189490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7907124-640C-6B92-7A9F-CF48C33C92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1233889"/>
            <a:ext cx="2530207" cy="3415229"/>
          </a:xfrm>
          <a:custGeom>
            <a:avLst/>
            <a:gdLst>
              <a:gd name="connsiteX0" fmla="*/ 80182 w 2530207"/>
              <a:gd name="connsiteY0" fmla="*/ 0 h 3415229"/>
              <a:gd name="connsiteX1" fmla="*/ 2450025 w 2530207"/>
              <a:gd name="connsiteY1" fmla="*/ 0 h 3415229"/>
              <a:gd name="connsiteX2" fmla="*/ 2530207 w 2530207"/>
              <a:gd name="connsiteY2" fmla="*/ 80182 h 3415229"/>
              <a:gd name="connsiteX3" fmla="*/ 2530207 w 2530207"/>
              <a:gd name="connsiteY3" fmla="*/ 3335047 h 3415229"/>
              <a:gd name="connsiteX4" fmla="*/ 2450025 w 2530207"/>
              <a:gd name="connsiteY4" fmla="*/ 3415229 h 3415229"/>
              <a:gd name="connsiteX5" fmla="*/ 80182 w 2530207"/>
              <a:gd name="connsiteY5" fmla="*/ 3415229 h 3415229"/>
              <a:gd name="connsiteX6" fmla="*/ 0 w 2530207"/>
              <a:gd name="connsiteY6" fmla="*/ 3335047 h 3415229"/>
              <a:gd name="connsiteX7" fmla="*/ 0 w 2530207"/>
              <a:gd name="connsiteY7" fmla="*/ 80182 h 3415229"/>
              <a:gd name="connsiteX8" fmla="*/ 80182 w 2530207"/>
              <a:gd name="connsiteY8" fmla="*/ 0 h 3415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30207" h="3415229">
                <a:moveTo>
                  <a:pt x="80182" y="0"/>
                </a:moveTo>
                <a:lnTo>
                  <a:pt x="2450025" y="0"/>
                </a:lnTo>
                <a:cubicBezTo>
                  <a:pt x="2494308" y="0"/>
                  <a:pt x="2530207" y="35899"/>
                  <a:pt x="2530207" y="80182"/>
                </a:cubicBezTo>
                <a:lnTo>
                  <a:pt x="2530207" y="3335047"/>
                </a:lnTo>
                <a:cubicBezTo>
                  <a:pt x="2530207" y="3379330"/>
                  <a:pt x="2494308" y="3415229"/>
                  <a:pt x="2450025" y="3415229"/>
                </a:cubicBezTo>
                <a:lnTo>
                  <a:pt x="80182" y="3415229"/>
                </a:lnTo>
                <a:cubicBezTo>
                  <a:pt x="35899" y="3415229"/>
                  <a:pt x="0" y="3379330"/>
                  <a:pt x="0" y="3335047"/>
                </a:cubicBezTo>
                <a:lnTo>
                  <a:pt x="0" y="80182"/>
                </a:lnTo>
                <a:cubicBezTo>
                  <a:pt x="0" y="35899"/>
                  <a:pt x="35899" y="0"/>
                  <a:pt x="80182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266700" dist="139700" dir="8100000" algn="tr" rotWithShape="0">
              <a:prstClr val="black">
                <a:alpha val="4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63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22B90-5A66-7ED4-F6E7-00BE2BBF6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95DD3-505C-9053-085E-826623C5C2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6B633-D9DC-A31C-0358-94B956C09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65B5E-A44D-97A1-26AB-E66E5CB5C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C99CD-8484-D31A-4400-735AE956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79B71-A653-FA1C-4640-6A8C71AB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47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B50E-81F6-C4EC-26F0-E204D70B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D6359-1874-3CEF-764D-1D54994A5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68BF2-5EDB-4F2D-3AC3-66566170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81B2B-B138-A230-F6D1-01D2B1F01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13A8-2F2A-621E-B3AF-90E0978E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84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3ABAA-8739-2985-7983-8B50C998F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DEF08-19A4-7533-FA82-C8C68BD3C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1210E-5B25-9946-7149-C994CAA8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BAC9-8CF4-475A-8452-B951A43C5B23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26C0B-E06B-6222-75A6-50BDF0E53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A0933-1339-072E-2A9E-BBA90B653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37C850-6001-FC66-F37C-114D1705E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BE204-3DC6-1C61-2C95-7450829E1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19B39-6D28-7DEF-F581-1C4F0481D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BAC9-8CF4-475A-8452-B951A43C5B23}" type="datetimeFigureOut">
              <a:rPr lang="en-US" smtClean="0"/>
              <a:t>12/27/2024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E1C15-9996-C739-3E62-D65FDC371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E44C4-0AD4-5108-B7F0-FB38F9998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F1F11-144B-45A5-90A8-72B9608F5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19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2.jpg"/><Relationship Id="rId7" Type="http://schemas.openxmlformats.org/officeDocument/2006/relationships/slide" Target="slide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image" Target="../media/image4.jpg"/><Relationship Id="rId7" Type="http://schemas.openxmlformats.org/officeDocument/2006/relationships/slide" Target="slide2.xml"/><Relationship Id="rId12" Type="http://schemas.openxmlformats.org/officeDocument/2006/relationships/image" Target="../media/image8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jpg"/><Relationship Id="rId11" Type="http://schemas.openxmlformats.org/officeDocument/2006/relationships/slide" Target="slide6.xml"/><Relationship Id="rId5" Type="http://schemas.openxmlformats.org/officeDocument/2006/relationships/image" Target="../media/image6.jpg"/><Relationship Id="rId10" Type="http://schemas.openxmlformats.org/officeDocument/2006/relationships/slide" Target="slide5.xml"/><Relationship Id="rId4" Type="http://schemas.openxmlformats.org/officeDocument/2006/relationships/image" Target="../media/image5.jpg"/><Relationship Id="rId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8.jpg"/><Relationship Id="rId7" Type="http://schemas.openxmlformats.org/officeDocument/2006/relationships/image" Target="../media/image4.jpg"/><Relationship Id="rId12" Type="http://schemas.openxmlformats.org/officeDocument/2006/relationships/slide" Target="slide6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jpg"/><Relationship Id="rId11" Type="http://schemas.openxmlformats.org/officeDocument/2006/relationships/slide" Target="slide5.xml"/><Relationship Id="rId5" Type="http://schemas.openxmlformats.org/officeDocument/2006/relationships/image" Target="../media/image6.jpg"/><Relationship Id="rId10" Type="http://schemas.openxmlformats.org/officeDocument/2006/relationships/slide" Target="slide4.xml"/><Relationship Id="rId4" Type="http://schemas.openxmlformats.org/officeDocument/2006/relationships/image" Target="../media/image5.jpg"/><Relationship Id="rId9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5.jpg"/><Relationship Id="rId7" Type="http://schemas.openxmlformats.org/officeDocument/2006/relationships/image" Target="../media/image8.jpg"/><Relationship Id="rId12" Type="http://schemas.openxmlformats.org/officeDocument/2006/relationships/slide" Target="slide6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jpg"/><Relationship Id="rId11" Type="http://schemas.openxmlformats.org/officeDocument/2006/relationships/slide" Target="slide5.xml"/><Relationship Id="rId5" Type="http://schemas.openxmlformats.org/officeDocument/2006/relationships/image" Target="../media/image7.jpg"/><Relationship Id="rId10" Type="http://schemas.openxmlformats.org/officeDocument/2006/relationships/slide" Target="slide4.xml"/><Relationship Id="rId4" Type="http://schemas.openxmlformats.org/officeDocument/2006/relationships/image" Target="../media/image6.jpg"/><Relationship Id="rId9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6.jpg"/><Relationship Id="rId7" Type="http://schemas.openxmlformats.org/officeDocument/2006/relationships/image" Target="../media/image5.jpg"/><Relationship Id="rId12" Type="http://schemas.openxmlformats.org/officeDocument/2006/relationships/slide" Target="slide6.xm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jpg"/><Relationship Id="rId11" Type="http://schemas.openxmlformats.org/officeDocument/2006/relationships/slide" Target="slide5.xml"/><Relationship Id="rId5" Type="http://schemas.openxmlformats.org/officeDocument/2006/relationships/image" Target="../media/image4.jpg"/><Relationship Id="rId10" Type="http://schemas.openxmlformats.org/officeDocument/2006/relationships/slide" Target="slide4.xml"/><Relationship Id="rId4" Type="http://schemas.openxmlformats.org/officeDocument/2006/relationships/image" Target="../media/image7.jpg"/><Relationship Id="rId9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7.jpg"/><Relationship Id="rId7" Type="http://schemas.openxmlformats.org/officeDocument/2006/relationships/image" Target="../media/image6.jpg"/><Relationship Id="rId12" Type="http://schemas.openxmlformats.org/officeDocument/2006/relationships/slide" Target="slide6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jpg"/><Relationship Id="rId11" Type="http://schemas.openxmlformats.org/officeDocument/2006/relationships/slide" Target="slide5.xml"/><Relationship Id="rId5" Type="http://schemas.openxmlformats.org/officeDocument/2006/relationships/image" Target="../media/image8.jpg"/><Relationship Id="rId10" Type="http://schemas.openxmlformats.org/officeDocument/2006/relationships/slide" Target="slide4.xml"/><Relationship Id="rId4" Type="http://schemas.openxmlformats.org/officeDocument/2006/relationships/image" Target="../media/image4.jpg"/><Relationship Id="rId9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C0003-F4F9-917C-33EB-CF4EAD66A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957071E9-BB2B-4177-3239-BA405C4186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5F6D7A3-2F2E-4A92-63B5-3808FC2CAD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" b="221"/>
          <a:stretch/>
        </p:blipFill>
        <p:spPr>
          <a:xfrm>
            <a:off x="7462708" y="1092591"/>
            <a:ext cx="3458705" cy="4668500"/>
          </a:xfrm>
        </p:spPr>
      </p:pic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FD63E8B-C845-63A6-C5ED-6B43AD5B372C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hlinkClick r:id="rId4" action="ppaction://hlinksldjump"/>
            <a:extLst>
              <a:ext uri="{FF2B5EF4-FFF2-40B4-BE49-F238E27FC236}">
                <a16:creationId xmlns:a16="http://schemas.microsoft.com/office/drawing/2014/main" id="{A8B82C72-0496-C3AB-48A9-1D33399DFD5B}"/>
              </a:ext>
            </a:extLst>
          </p:cNvPr>
          <p:cNvSpPr/>
          <p:nvPr/>
        </p:nvSpPr>
        <p:spPr>
          <a:xfrm>
            <a:off x="474134" y="675249"/>
            <a:ext cx="372532" cy="3725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Oval 88">
            <a:hlinkClick r:id="rId5" action="ppaction://hlinksldjump"/>
            <a:extLst>
              <a:ext uri="{FF2B5EF4-FFF2-40B4-BE49-F238E27FC236}">
                <a16:creationId xmlns:a16="http://schemas.microsoft.com/office/drawing/2014/main" id="{CEFB711D-52E7-8BA4-E7C7-169D3F25C80A}"/>
              </a:ext>
            </a:extLst>
          </p:cNvPr>
          <p:cNvSpPr/>
          <p:nvPr/>
        </p:nvSpPr>
        <p:spPr>
          <a:xfrm>
            <a:off x="571500" y="2056358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hlinkClick r:id="rId6" action="ppaction://hlinksldjump"/>
            <a:extLst>
              <a:ext uri="{FF2B5EF4-FFF2-40B4-BE49-F238E27FC236}">
                <a16:creationId xmlns:a16="http://schemas.microsoft.com/office/drawing/2014/main" id="{A76E4BA6-C9EF-826A-AE7B-51348F39C865}"/>
              </a:ext>
            </a:extLst>
          </p:cNvPr>
          <p:cNvSpPr/>
          <p:nvPr/>
        </p:nvSpPr>
        <p:spPr>
          <a:xfrm>
            <a:off x="571500" y="3340101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hlinkClick r:id="rId7" action="ppaction://hlinksldjump"/>
            <a:extLst>
              <a:ext uri="{FF2B5EF4-FFF2-40B4-BE49-F238E27FC236}">
                <a16:creationId xmlns:a16="http://schemas.microsoft.com/office/drawing/2014/main" id="{D68D4E24-B414-66E4-5145-556B62E5B1CD}"/>
              </a:ext>
            </a:extLst>
          </p:cNvPr>
          <p:cNvSpPr/>
          <p:nvPr/>
        </p:nvSpPr>
        <p:spPr>
          <a:xfrm>
            <a:off x="571500" y="4623844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hlinkClick r:id="rId8" action="ppaction://hlinksldjump"/>
            <a:extLst>
              <a:ext uri="{FF2B5EF4-FFF2-40B4-BE49-F238E27FC236}">
                <a16:creationId xmlns:a16="http://schemas.microsoft.com/office/drawing/2014/main" id="{2FB50674-3B04-5ECC-769F-F41DB3D52A49}"/>
              </a:ext>
            </a:extLst>
          </p:cNvPr>
          <p:cNvSpPr/>
          <p:nvPr/>
        </p:nvSpPr>
        <p:spPr>
          <a:xfrm>
            <a:off x="571500" y="5907586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1FA4EBE-042D-E07E-8120-BA988B990444}"/>
              </a:ext>
            </a:extLst>
          </p:cNvPr>
          <p:cNvSpPr txBox="1"/>
          <p:nvPr/>
        </p:nvSpPr>
        <p:spPr>
          <a:xfrm>
            <a:off x="1320798" y="1869934"/>
            <a:ext cx="48713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Layers of </a:t>
            </a:r>
            <a:r>
              <a:rPr lang="en-IN" sz="2800" dirty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Atmosphere</a:t>
            </a:r>
          </a:p>
          <a:p>
            <a:r>
              <a:rPr lang="en-IN" sz="1400" dirty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: Demo Lecture</a:t>
            </a:r>
            <a:endParaRPr lang="en-US" sz="1400" dirty="0">
              <a:solidFill>
                <a:schemeClr val="bg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7C2B6B1-9B95-55D0-D3BD-7D7728558E09}"/>
              </a:ext>
            </a:extLst>
          </p:cNvPr>
          <p:cNvSpPr txBox="1"/>
          <p:nvPr/>
        </p:nvSpPr>
        <p:spPr>
          <a:xfrm>
            <a:off x="1320798" y="2849167"/>
            <a:ext cx="39011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Presented by Shyawan Ghosh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BF97A04A-E870-54FB-7DF8-2335906C8D71}"/>
              </a:ext>
            </a:extLst>
          </p:cNvPr>
          <p:cNvSpPr/>
          <p:nvPr/>
        </p:nvSpPr>
        <p:spPr>
          <a:xfrm>
            <a:off x="1359784" y="3996447"/>
            <a:ext cx="1150144" cy="337746"/>
          </a:xfrm>
          <a:prstGeom prst="roundRect">
            <a:avLst>
              <a:gd name="adj" fmla="val 4122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2191649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6FBC1BAD-CBD7-7D6D-FB74-12B63461D4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22BDD766-C2F1-EEB1-BD88-C88A3AEBB6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" r="636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30E09575-11D8-9C36-5532-158EA2864C6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" b="7792"/>
          <a:stretch>
            <a:fillRect/>
          </a:stretch>
        </p:blipFill>
        <p:spPr/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6944BCBD-EEFB-A51A-F866-39FFF094C06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9" b="6019"/>
          <a:stretch>
            <a:fillRect/>
          </a:stretch>
        </p:blipFill>
        <p:spPr/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6FCBF0B8-7294-7971-1C76-C8989245AC7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1" b="2931"/>
          <a:stretch>
            <a:fillRect/>
          </a:stretch>
        </p:blipFill>
        <p:spPr/>
      </p:pic>
      <p:sp>
        <p:nvSpPr>
          <p:cNvPr id="94" name="Freeform: Shape 9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C1D92E8-E176-91D3-40AD-E60F8B5BA5DC}"/>
              </a:ext>
            </a:extLst>
          </p:cNvPr>
          <p:cNvSpPr/>
          <p:nvPr/>
        </p:nvSpPr>
        <p:spPr>
          <a:xfrm>
            <a:off x="6674691" y="4928595"/>
            <a:ext cx="361950" cy="361950"/>
          </a:xfrm>
          <a:custGeom>
            <a:avLst/>
            <a:gdLst>
              <a:gd name="connsiteX0" fmla="*/ 227210 w 361950"/>
              <a:gd name="connsiteY0" fmla="*/ 106170 h 361950"/>
              <a:gd name="connsiteX1" fmla="*/ 298648 w 361950"/>
              <a:gd name="connsiteY1" fmla="*/ 177608 h 361950"/>
              <a:gd name="connsiteX2" fmla="*/ 298648 w 361950"/>
              <a:gd name="connsiteY2" fmla="*/ 184342 h 361950"/>
              <a:gd name="connsiteX3" fmla="*/ 227210 w 361950"/>
              <a:gd name="connsiteY3" fmla="*/ 255779 h 361950"/>
              <a:gd name="connsiteX4" fmla="*/ 227093 w 361950"/>
              <a:gd name="connsiteY4" fmla="*/ 255897 h 361950"/>
              <a:gd name="connsiteX5" fmla="*/ 220359 w 361950"/>
              <a:gd name="connsiteY5" fmla="*/ 255779 h 361950"/>
              <a:gd name="connsiteX6" fmla="*/ 220476 w 361950"/>
              <a:gd name="connsiteY6" fmla="*/ 249045 h 361950"/>
              <a:gd name="connsiteX7" fmla="*/ 283703 w 361950"/>
              <a:gd name="connsiteY7" fmla="*/ 185818 h 361950"/>
              <a:gd name="connsiteX8" fmla="*/ 283717 w 361950"/>
              <a:gd name="connsiteY8" fmla="*/ 185785 h 361950"/>
              <a:gd name="connsiteX9" fmla="*/ 283670 w 361950"/>
              <a:gd name="connsiteY9" fmla="*/ 185737 h 361950"/>
              <a:gd name="connsiteX10" fmla="*/ 63504 w 361950"/>
              <a:gd name="connsiteY10" fmla="*/ 185737 h 361950"/>
              <a:gd name="connsiteX11" fmla="*/ 58741 w 361950"/>
              <a:gd name="connsiteY11" fmla="*/ 180975 h 361950"/>
              <a:gd name="connsiteX12" fmla="*/ 63504 w 361950"/>
              <a:gd name="connsiteY12" fmla="*/ 176212 h 361950"/>
              <a:gd name="connsiteX13" fmla="*/ 283670 w 361950"/>
              <a:gd name="connsiteY13" fmla="*/ 176212 h 361950"/>
              <a:gd name="connsiteX14" fmla="*/ 283703 w 361950"/>
              <a:gd name="connsiteY14" fmla="*/ 176131 h 361950"/>
              <a:gd name="connsiteX15" fmla="*/ 220476 w 361950"/>
              <a:gd name="connsiteY15" fmla="*/ 112904 h 361950"/>
              <a:gd name="connsiteX16" fmla="*/ 220476 w 361950"/>
              <a:gd name="connsiteY16" fmla="*/ 106287 h 361950"/>
              <a:gd name="connsiteX17" fmla="*/ 227210 w 361950"/>
              <a:gd name="connsiteY17" fmla="*/ 106170 h 361950"/>
              <a:gd name="connsiteX18" fmla="*/ 180975 w 361950"/>
              <a:gd name="connsiteY18" fmla="*/ 9525 h 361950"/>
              <a:gd name="connsiteX19" fmla="*/ 9525 w 361950"/>
              <a:gd name="connsiteY19" fmla="*/ 180975 h 361950"/>
              <a:gd name="connsiteX20" fmla="*/ 180975 w 361950"/>
              <a:gd name="connsiteY20" fmla="*/ 352425 h 361950"/>
              <a:gd name="connsiteX21" fmla="*/ 352425 w 361950"/>
              <a:gd name="connsiteY21" fmla="*/ 180975 h 361950"/>
              <a:gd name="connsiteX22" fmla="*/ 180975 w 361950"/>
              <a:gd name="connsiteY22" fmla="*/ 9525 h 361950"/>
              <a:gd name="connsiteX23" fmla="*/ 180975 w 361950"/>
              <a:gd name="connsiteY23" fmla="*/ 0 h 361950"/>
              <a:gd name="connsiteX24" fmla="*/ 361950 w 361950"/>
              <a:gd name="connsiteY24" fmla="*/ 180975 h 361950"/>
              <a:gd name="connsiteX25" fmla="*/ 180975 w 361950"/>
              <a:gd name="connsiteY25" fmla="*/ 361950 h 361950"/>
              <a:gd name="connsiteX26" fmla="*/ 0 w 361950"/>
              <a:gd name="connsiteY26" fmla="*/ 180975 h 361950"/>
              <a:gd name="connsiteX27" fmla="*/ 180975 w 361950"/>
              <a:gd name="connsiteY27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1950" h="361950">
                <a:moveTo>
                  <a:pt x="227210" y="106170"/>
                </a:moveTo>
                <a:lnTo>
                  <a:pt x="298648" y="177608"/>
                </a:lnTo>
                <a:cubicBezTo>
                  <a:pt x="300507" y="179467"/>
                  <a:pt x="300507" y="182482"/>
                  <a:pt x="298648" y="184342"/>
                </a:cubicBezTo>
                <a:lnTo>
                  <a:pt x="227210" y="255779"/>
                </a:lnTo>
                <a:cubicBezTo>
                  <a:pt x="227172" y="255819"/>
                  <a:pt x="227133" y="255858"/>
                  <a:pt x="227093" y="255897"/>
                </a:cubicBezTo>
                <a:cubicBezTo>
                  <a:pt x="225202" y="257724"/>
                  <a:pt x="222186" y="257672"/>
                  <a:pt x="220359" y="255779"/>
                </a:cubicBezTo>
                <a:cubicBezTo>
                  <a:pt x="218532" y="253887"/>
                  <a:pt x="218584" y="250873"/>
                  <a:pt x="220476" y="249045"/>
                </a:cubicBezTo>
                <a:lnTo>
                  <a:pt x="283703" y="185818"/>
                </a:lnTo>
                <a:cubicBezTo>
                  <a:pt x="283712" y="185810"/>
                  <a:pt x="283717" y="185798"/>
                  <a:pt x="283717" y="185785"/>
                </a:cubicBezTo>
                <a:cubicBezTo>
                  <a:pt x="283717" y="185759"/>
                  <a:pt x="283696" y="185738"/>
                  <a:pt x="283670" y="185737"/>
                </a:cubicBezTo>
                <a:lnTo>
                  <a:pt x="63504" y="185737"/>
                </a:lnTo>
                <a:cubicBezTo>
                  <a:pt x="60873" y="185737"/>
                  <a:pt x="58741" y="183605"/>
                  <a:pt x="58741" y="180975"/>
                </a:cubicBezTo>
                <a:cubicBezTo>
                  <a:pt x="58741" y="178344"/>
                  <a:pt x="60873" y="176212"/>
                  <a:pt x="63504" y="176212"/>
                </a:cubicBezTo>
                <a:lnTo>
                  <a:pt x="283670" y="176212"/>
                </a:lnTo>
                <a:cubicBezTo>
                  <a:pt x="283732" y="176212"/>
                  <a:pt x="283746" y="176174"/>
                  <a:pt x="283703" y="176131"/>
                </a:cubicBezTo>
                <a:lnTo>
                  <a:pt x="220476" y="112904"/>
                </a:lnTo>
                <a:cubicBezTo>
                  <a:pt x="218694" y="111059"/>
                  <a:pt x="218694" y="108133"/>
                  <a:pt x="220476" y="106287"/>
                </a:cubicBezTo>
                <a:cubicBezTo>
                  <a:pt x="222304" y="104395"/>
                  <a:pt x="225318" y="104342"/>
                  <a:pt x="227210" y="106170"/>
                </a:cubicBezTo>
                <a:close/>
                <a:moveTo>
                  <a:pt x="180975" y="9525"/>
                </a:moveTo>
                <a:cubicBezTo>
                  <a:pt x="86327" y="9624"/>
                  <a:pt x="9624" y="86327"/>
                  <a:pt x="9525" y="180975"/>
                </a:cubicBezTo>
                <a:cubicBezTo>
                  <a:pt x="9525" y="275664"/>
                  <a:pt x="86286" y="352425"/>
                  <a:pt x="180975" y="352425"/>
                </a:cubicBezTo>
                <a:cubicBezTo>
                  <a:pt x="275664" y="352425"/>
                  <a:pt x="352425" y="275664"/>
                  <a:pt x="352425" y="180975"/>
                </a:cubicBezTo>
                <a:cubicBezTo>
                  <a:pt x="352425" y="86285"/>
                  <a:pt x="275664" y="9525"/>
                  <a:pt x="180975" y="9525"/>
                </a:cubicBezTo>
                <a:close/>
                <a:moveTo>
                  <a:pt x="180975" y="0"/>
                </a:moveTo>
                <a:cubicBezTo>
                  <a:pt x="280925" y="0"/>
                  <a:pt x="361950" y="81025"/>
                  <a:pt x="361950" y="180975"/>
                </a:cubicBezTo>
                <a:cubicBezTo>
                  <a:pt x="361950" y="280925"/>
                  <a:pt x="280925" y="361950"/>
                  <a:pt x="180975" y="361950"/>
                </a:cubicBezTo>
                <a:cubicBezTo>
                  <a:pt x="81026" y="361950"/>
                  <a:pt x="0" y="280925"/>
                  <a:pt x="0" y="180975"/>
                </a:cubicBezTo>
                <a:cubicBezTo>
                  <a:pt x="0" y="81025"/>
                  <a:pt x="81026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5" name="Freeform: Shape 94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6BEF023-5085-1DAC-89D5-69F81E97AFE3}"/>
              </a:ext>
            </a:extLst>
          </p:cNvPr>
          <p:cNvSpPr/>
          <p:nvPr/>
        </p:nvSpPr>
        <p:spPr>
          <a:xfrm flipH="1">
            <a:off x="6042024" y="4928595"/>
            <a:ext cx="361950" cy="361950"/>
          </a:xfrm>
          <a:custGeom>
            <a:avLst/>
            <a:gdLst>
              <a:gd name="connsiteX0" fmla="*/ 227209 w 361950"/>
              <a:gd name="connsiteY0" fmla="*/ 106170 h 361950"/>
              <a:gd name="connsiteX1" fmla="*/ 220475 w 361950"/>
              <a:gd name="connsiteY1" fmla="*/ 106287 h 361950"/>
              <a:gd name="connsiteX2" fmla="*/ 220475 w 361950"/>
              <a:gd name="connsiteY2" fmla="*/ 112904 h 361950"/>
              <a:gd name="connsiteX3" fmla="*/ 283702 w 361950"/>
              <a:gd name="connsiteY3" fmla="*/ 176131 h 361950"/>
              <a:gd name="connsiteX4" fmla="*/ 283669 w 361950"/>
              <a:gd name="connsiteY4" fmla="*/ 176212 h 361950"/>
              <a:gd name="connsiteX5" fmla="*/ 63503 w 361950"/>
              <a:gd name="connsiteY5" fmla="*/ 176212 h 361950"/>
              <a:gd name="connsiteX6" fmla="*/ 58740 w 361950"/>
              <a:gd name="connsiteY6" fmla="*/ 180975 h 361950"/>
              <a:gd name="connsiteX7" fmla="*/ 63503 w 361950"/>
              <a:gd name="connsiteY7" fmla="*/ 185737 h 361950"/>
              <a:gd name="connsiteX8" fmla="*/ 283669 w 361950"/>
              <a:gd name="connsiteY8" fmla="*/ 185737 h 361950"/>
              <a:gd name="connsiteX9" fmla="*/ 283716 w 361950"/>
              <a:gd name="connsiteY9" fmla="*/ 185785 h 361950"/>
              <a:gd name="connsiteX10" fmla="*/ 283702 w 361950"/>
              <a:gd name="connsiteY10" fmla="*/ 185818 h 361950"/>
              <a:gd name="connsiteX11" fmla="*/ 220475 w 361950"/>
              <a:gd name="connsiteY11" fmla="*/ 249045 h 361950"/>
              <a:gd name="connsiteX12" fmla="*/ 220358 w 361950"/>
              <a:gd name="connsiteY12" fmla="*/ 255779 h 361950"/>
              <a:gd name="connsiteX13" fmla="*/ 227092 w 361950"/>
              <a:gd name="connsiteY13" fmla="*/ 255897 h 361950"/>
              <a:gd name="connsiteX14" fmla="*/ 227209 w 361950"/>
              <a:gd name="connsiteY14" fmla="*/ 255779 h 361950"/>
              <a:gd name="connsiteX15" fmla="*/ 298647 w 361950"/>
              <a:gd name="connsiteY15" fmla="*/ 184342 h 361950"/>
              <a:gd name="connsiteX16" fmla="*/ 298647 w 361950"/>
              <a:gd name="connsiteY16" fmla="*/ 177608 h 361950"/>
              <a:gd name="connsiteX17" fmla="*/ 180975 w 361950"/>
              <a:gd name="connsiteY17" fmla="*/ 9525 h 361950"/>
              <a:gd name="connsiteX18" fmla="*/ 352425 w 361950"/>
              <a:gd name="connsiteY18" fmla="*/ 180975 h 361950"/>
              <a:gd name="connsiteX19" fmla="*/ 180975 w 361950"/>
              <a:gd name="connsiteY19" fmla="*/ 352425 h 361950"/>
              <a:gd name="connsiteX20" fmla="*/ 9525 w 361950"/>
              <a:gd name="connsiteY20" fmla="*/ 180975 h 361950"/>
              <a:gd name="connsiteX21" fmla="*/ 180975 w 361950"/>
              <a:gd name="connsiteY21" fmla="*/ 9525 h 361950"/>
              <a:gd name="connsiteX22" fmla="*/ 180975 w 361950"/>
              <a:gd name="connsiteY22" fmla="*/ 0 h 361950"/>
              <a:gd name="connsiteX23" fmla="*/ 0 w 361950"/>
              <a:gd name="connsiteY23" fmla="*/ 180975 h 361950"/>
              <a:gd name="connsiteX24" fmla="*/ 180975 w 361950"/>
              <a:gd name="connsiteY24" fmla="*/ 361950 h 361950"/>
              <a:gd name="connsiteX25" fmla="*/ 361950 w 361950"/>
              <a:gd name="connsiteY25" fmla="*/ 180975 h 361950"/>
              <a:gd name="connsiteX26" fmla="*/ 180975 w 361950"/>
              <a:gd name="connsiteY26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1950" h="361950">
                <a:moveTo>
                  <a:pt x="227209" y="106170"/>
                </a:moveTo>
                <a:cubicBezTo>
                  <a:pt x="225317" y="104342"/>
                  <a:pt x="222303" y="104395"/>
                  <a:pt x="220475" y="106287"/>
                </a:cubicBezTo>
                <a:cubicBezTo>
                  <a:pt x="218693" y="108133"/>
                  <a:pt x="218693" y="111059"/>
                  <a:pt x="220475" y="112904"/>
                </a:cubicBezTo>
                <a:lnTo>
                  <a:pt x="283702" y="176131"/>
                </a:lnTo>
                <a:cubicBezTo>
                  <a:pt x="283745" y="176174"/>
                  <a:pt x="283731" y="176212"/>
                  <a:pt x="283669" y="176212"/>
                </a:cubicBezTo>
                <a:lnTo>
                  <a:pt x="63503" y="176212"/>
                </a:lnTo>
                <a:cubicBezTo>
                  <a:pt x="60872" y="176212"/>
                  <a:pt x="58740" y="178344"/>
                  <a:pt x="58740" y="180975"/>
                </a:cubicBezTo>
                <a:cubicBezTo>
                  <a:pt x="58740" y="183605"/>
                  <a:pt x="60872" y="185737"/>
                  <a:pt x="63503" y="185737"/>
                </a:cubicBezTo>
                <a:lnTo>
                  <a:pt x="283669" y="185737"/>
                </a:lnTo>
                <a:cubicBezTo>
                  <a:pt x="283695" y="185738"/>
                  <a:pt x="283716" y="185759"/>
                  <a:pt x="283716" y="185785"/>
                </a:cubicBezTo>
                <a:cubicBezTo>
                  <a:pt x="283716" y="185798"/>
                  <a:pt x="283711" y="185810"/>
                  <a:pt x="283702" y="185818"/>
                </a:cubicBezTo>
                <a:lnTo>
                  <a:pt x="220475" y="249045"/>
                </a:lnTo>
                <a:cubicBezTo>
                  <a:pt x="218583" y="250873"/>
                  <a:pt x="218531" y="253887"/>
                  <a:pt x="220358" y="255779"/>
                </a:cubicBezTo>
                <a:cubicBezTo>
                  <a:pt x="222185" y="257672"/>
                  <a:pt x="225201" y="257724"/>
                  <a:pt x="227092" y="255897"/>
                </a:cubicBezTo>
                <a:cubicBezTo>
                  <a:pt x="227132" y="255858"/>
                  <a:pt x="227171" y="255819"/>
                  <a:pt x="227209" y="255779"/>
                </a:cubicBezTo>
                <a:lnTo>
                  <a:pt x="298647" y="184342"/>
                </a:lnTo>
                <a:cubicBezTo>
                  <a:pt x="300506" y="182482"/>
                  <a:pt x="300506" y="179467"/>
                  <a:pt x="298647" y="177608"/>
                </a:cubicBezTo>
                <a:close/>
                <a:moveTo>
                  <a:pt x="180975" y="9525"/>
                </a:moveTo>
                <a:cubicBezTo>
                  <a:pt x="275664" y="9525"/>
                  <a:pt x="352425" y="86285"/>
                  <a:pt x="352425" y="180975"/>
                </a:cubicBezTo>
                <a:cubicBezTo>
                  <a:pt x="352425" y="275664"/>
                  <a:pt x="275664" y="352425"/>
                  <a:pt x="180975" y="352425"/>
                </a:cubicBezTo>
                <a:cubicBezTo>
                  <a:pt x="86286" y="352425"/>
                  <a:pt x="9525" y="275664"/>
                  <a:pt x="9525" y="180975"/>
                </a:cubicBezTo>
                <a:cubicBezTo>
                  <a:pt x="9624" y="86327"/>
                  <a:pt x="86327" y="9624"/>
                  <a:pt x="180975" y="9525"/>
                </a:cubicBezTo>
                <a:close/>
                <a:moveTo>
                  <a:pt x="180975" y="0"/>
                </a:moveTo>
                <a:cubicBezTo>
                  <a:pt x="81026" y="0"/>
                  <a:pt x="0" y="81025"/>
                  <a:pt x="0" y="180975"/>
                </a:cubicBezTo>
                <a:cubicBezTo>
                  <a:pt x="0" y="280925"/>
                  <a:pt x="81026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50" y="81025"/>
                  <a:pt x="280925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4750AE-F614-3579-5872-82CCF64B2A87}"/>
              </a:ext>
            </a:extLst>
          </p:cNvPr>
          <p:cNvSpPr txBox="1"/>
          <p:nvPr/>
        </p:nvSpPr>
        <p:spPr>
          <a:xfrm>
            <a:off x="6245187" y="4147479"/>
            <a:ext cx="1975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Troposphere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0AE3B9-6493-A616-73C6-E1C6EE8383A5}"/>
              </a:ext>
            </a:extLst>
          </p:cNvPr>
          <p:cNvSpPr txBox="1"/>
          <p:nvPr/>
        </p:nvSpPr>
        <p:spPr>
          <a:xfrm>
            <a:off x="6245187" y="4360636"/>
            <a:ext cx="19759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2E1BFB-7042-E48E-594C-8E2B6791EED3}"/>
              </a:ext>
            </a:extLst>
          </p:cNvPr>
          <p:cNvSpPr txBox="1"/>
          <p:nvPr/>
        </p:nvSpPr>
        <p:spPr>
          <a:xfrm>
            <a:off x="11055043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Mesosphere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CAC7714-AE43-97B0-0021-1DB0147C5874}"/>
              </a:ext>
            </a:extLst>
          </p:cNvPr>
          <p:cNvSpPr txBox="1"/>
          <p:nvPr/>
        </p:nvSpPr>
        <p:spPr>
          <a:xfrm>
            <a:off x="11055043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EFE13CC-1ADD-C0FE-5E0E-B69D9244FA3E}"/>
              </a:ext>
            </a:extLst>
          </p:cNvPr>
          <p:cNvSpPr txBox="1"/>
          <p:nvPr/>
        </p:nvSpPr>
        <p:spPr>
          <a:xfrm>
            <a:off x="13170281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Thermosphere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44497D-3D65-9B59-CEFA-6E3540E801C0}"/>
              </a:ext>
            </a:extLst>
          </p:cNvPr>
          <p:cNvSpPr txBox="1"/>
          <p:nvPr/>
        </p:nvSpPr>
        <p:spPr>
          <a:xfrm>
            <a:off x="13170281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9F2FC1-6494-8078-E707-03F432D7C090}"/>
              </a:ext>
            </a:extLst>
          </p:cNvPr>
          <p:cNvSpPr txBox="1"/>
          <p:nvPr/>
        </p:nvSpPr>
        <p:spPr>
          <a:xfrm>
            <a:off x="15285519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Exosphere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A695F1-4F50-215F-17F5-864667D07819}"/>
              </a:ext>
            </a:extLst>
          </p:cNvPr>
          <p:cNvSpPr txBox="1"/>
          <p:nvPr/>
        </p:nvSpPr>
        <p:spPr>
          <a:xfrm>
            <a:off x="15285519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5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FAE8058-7E8D-E7E9-5DC8-351C3A19E058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hlinkClick r:id="rId7" action="ppaction://hlinksldjump"/>
            <a:extLst>
              <a:ext uri="{FF2B5EF4-FFF2-40B4-BE49-F238E27FC236}">
                <a16:creationId xmlns:a16="http://schemas.microsoft.com/office/drawing/2014/main" id="{49D48CE7-7D8E-CCEF-02DA-8375B3FF4BDF}"/>
              </a:ext>
            </a:extLst>
          </p:cNvPr>
          <p:cNvSpPr/>
          <p:nvPr/>
        </p:nvSpPr>
        <p:spPr>
          <a:xfrm>
            <a:off x="474134" y="675249"/>
            <a:ext cx="372532" cy="3725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Oval 88">
            <a:hlinkClick r:id="rId8" action="ppaction://hlinksldjump"/>
            <a:extLst>
              <a:ext uri="{FF2B5EF4-FFF2-40B4-BE49-F238E27FC236}">
                <a16:creationId xmlns:a16="http://schemas.microsoft.com/office/drawing/2014/main" id="{819310AF-4F33-228C-AA10-86FA5C14EF07}"/>
              </a:ext>
            </a:extLst>
          </p:cNvPr>
          <p:cNvSpPr/>
          <p:nvPr/>
        </p:nvSpPr>
        <p:spPr>
          <a:xfrm>
            <a:off x="571500" y="2056358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hlinkClick r:id="rId9" action="ppaction://hlinksldjump"/>
            <a:extLst>
              <a:ext uri="{FF2B5EF4-FFF2-40B4-BE49-F238E27FC236}">
                <a16:creationId xmlns:a16="http://schemas.microsoft.com/office/drawing/2014/main" id="{10D3A0AE-A99A-A861-BF8F-874C2D5D9C10}"/>
              </a:ext>
            </a:extLst>
          </p:cNvPr>
          <p:cNvSpPr/>
          <p:nvPr/>
        </p:nvSpPr>
        <p:spPr>
          <a:xfrm>
            <a:off x="571500" y="3340101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hlinkClick r:id="rId10" action="ppaction://hlinksldjump"/>
            <a:extLst>
              <a:ext uri="{FF2B5EF4-FFF2-40B4-BE49-F238E27FC236}">
                <a16:creationId xmlns:a16="http://schemas.microsoft.com/office/drawing/2014/main" id="{E6EEF30B-FEFE-4578-0D40-999D04295224}"/>
              </a:ext>
            </a:extLst>
          </p:cNvPr>
          <p:cNvSpPr/>
          <p:nvPr/>
        </p:nvSpPr>
        <p:spPr>
          <a:xfrm>
            <a:off x="571500" y="4623844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hlinkClick r:id="rId11" action="ppaction://hlinksldjump"/>
            <a:extLst>
              <a:ext uri="{FF2B5EF4-FFF2-40B4-BE49-F238E27FC236}">
                <a16:creationId xmlns:a16="http://schemas.microsoft.com/office/drawing/2014/main" id="{2DC64003-85DE-7E12-B1EC-A128B2D25B91}"/>
              </a:ext>
            </a:extLst>
          </p:cNvPr>
          <p:cNvSpPr/>
          <p:nvPr/>
        </p:nvSpPr>
        <p:spPr>
          <a:xfrm>
            <a:off x="571500" y="5907586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E19CDB6-2DBC-FDB9-808B-3AA8006B8B7A}"/>
              </a:ext>
            </a:extLst>
          </p:cNvPr>
          <p:cNvSpPr txBox="1"/>
          <p:nvPr/>
        </p:nvSpPr>
        <p:spPr>
          <a:xfrm>
            <a:off x="1320798" y="1869934"/>
            <a:ext cx="3901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About Troposphere: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2EEDFE7-E0F1-84E0-06D1-CFF92BAF6AC1}"/>
              </a:ext>
            </a:extLst>
          </p:cNvPr>
          <p:cNvSpPr txBox="1"/>
          <p:nvPr/>
        </p:nvSpPr>
        <p:spPr>
          <a:xfrm>
            <a:off x="1320798" y="2506267"/>
            <a:ext cx="39011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Height: Extends up to 8–15 km (5–9 miles) above Earth's surface.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Contains approximately 75% of the atmosphere's mass.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Weather events like rain, snow, storms, and clouds occur here.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Temperature decreases with altitude.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Specialty: Most life forms exist within this layer; it's the layer where breathable air is found.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>
                  <a:lumMod val="8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F54755D1-D160-2EC9-5699-A17840ACDB31}"/>
              </a:ext>
            </a:extLst>
          </p:cNvPr>
          <p:cNvSpPr/>
          <p:nvPr/>
        </p:nvSpPr>
        <p:spPr>
          <a:xfrm>
            <a:off x="1359784" y="3996447"/>
            <a:ext cx="1150144" cy="337746"/>
          </a:xfrm>
          <a:prstGeom prst="roundRect">
            <a:avLst>
              <a:gd name="adj" fmla="val 4122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Layers </a:t>
            </a:r>
          </a:p>
        </p:txBody>
      </p:sp>
      <p:pic>
        <p:nvPicPr>
          <p:cNvPr id="30" name="Picture Placeholder 14">
            <a:extLst>
              <a:ext uri="{FF2B5EF4-FFF2-40B4-BE49-F238E27FC236}">
                <a16:creationId xmlns:a16="http://schemas.microsoft.com/office/drawing/2014/main" id="{C088D559-E5FD-4A03-5277-ABF3A76BC26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91" b="13391"/>
          <a:stretch/>
        </p:blipFill>
        <p:spPr>
          <a:xfrm>
            <a:off x="8835527" y="1890391"/>
            <a:ext cx="1905919" cy="2093204"/>
          </a:xfrm>
          <a:custGeom>
            <a:avLst/>
            <a:gdLst>
              <a:gd name="connsiteX0" fmla="*/ 60399 w 1905919"/>
              <a:gd name="connsiteY0" fmla="*/ 0 h 2093204"/>
              <a:gd name="connsiteX1" fmla="*/ 1845520 w 1905919"/>
              <a:gd name="connsiteY1" fmla="*/ 0 h 2093204"/>
              <a:gd name="connsiteX2" fmla="*/ 1905919 w 1905919"/>
              <a:gd name="connsiteY2" fmla="*/ 60399 h 2093204"/>
              <a:gd name="connsiteX3" fmla="*/ 1905919 w 1905919"/>
              <a:gd name="connsiteY3" fmla="*/ 2032805 h 2093204"/>
              <a:gd name="connsiteX4" fmla="*/ 1845520 w 1905919"/>
              <a:gd name="connsiteY4" fmla="*/ 2093204 h 2093204"/>
              <a:gd name="connsiteX5" fmla="*/ 60399 w 1905919"/>
              <a:gd name="connsiteY5" fmla="*/ 2093204 h 2093204"/>
              <a:gd name="connsiteX6" fmla="*/ 0 w 1905919"/>
              <a:gd name="connsiteY6" fmla="*/ 2032805 h 2093204"/>
              <a:gd name="connsiteX7" fmla="*/ 0 w 1905919"/>
              <a:gd name="connsiteY7" fmla="*/ 60399 h 2093204"/>
              <a:gd name="connsiteX8" fmla="*/ 60399 w 1905919"/>
              <a:gd name="connsiteY8" fmla="*/ 0 h 209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05919" h="2093204">
                <a:moveTo>
                  <a:pt x="60399" y="0"/>
                </a:moveTo>
                <a:lnTo>
                  <a:pt x="1845520" y="0"/>
                </a:lnTo>
                <a:cubicBezTo>
                  <a:pt x="1878877" y="0"/>
                  <a:pt x="1905919" y="27042"/>
                  <a:pt x="1905919" y="60399"/>
                </a:cubicBezTo>
                <a:lnTo>
                  <a:pt x="1905919" y="2032805"/>
                </a:lnTo>
                <a:cubicBezTo>
                  <a:pt x="1905919" y="2066162"/>
                  <a:pt x="1878877" y="2093204"/>
                  <a:pt x="1845520" y="2093204"/>
                </a:cubicBezTo>
                <a:lnTo>
                  <a:pt x="60399" y="2093204"/>
                </a:lnTo>
                <a:cubicBezTo>
                  <a:pt x="27042" y="2093204"/>
                  <a:pt x="0" y="2066162"/>
                  <a:pt x="0" y="2032805"/>
                </a:cubicBezTo>
                <a:lnTo>
                  <a:pt x="0" y="60399"/>
                </a:lnTo>
                <a:cubicBezTo>
                  <a:pt x="0" y="27042"/>
                  <a:pt x="27042" y="0"/>
                  <a:pt x="60399" y="0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C670595-08B7-CB6B-E62A-05E771632270}"/>
              </a:ext>
            </a:extLst>
          </p:cNvPr>
          <p:cNvSpPr txBox="1"/>
          <p:nvPr/>
        </p:nvSpPr>
        <p:spPr>
          <a:xfrm>
            <a:off x="8939805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Stratosphere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406615-E18F-6A28-4512-CC26BC9FD2A5}"/>
              </a:ext>
            </a:extLst>
          </p:cNvPr>
          <p:cNvSpPr txBox="1"/>
          <p:nvPr/>
        </p:nvSpPr>
        <p:spPr>
          <a:xfrm>
            <a:off x="8939805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2</a:t>
            </a:r>
          </a:p>
        </p:txBody>
      </p:sp>
    </p:spTree>
    <p:extLst>
      <p:ext uri="{BB962C8B-B14F-4D97-AF65-F5344CB8AC3E}">
        <p14:creationId xmlns:p14="http://schemas.microsoft.com/office/powerpoint/2010/main" val="2653070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67068E5-43A1-E6CA-666D-0133334F8C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D5FEAAC-775D-CD2B-09F5-47397AB6926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8" b="4998"/>
          <a:stretch>
            <a:fillRect/>
          </a:stretch>
        </p:blipFill>
        <p:spPr/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C11DD7A4-D826-3BEA-4FFA-A0AF1AEE528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6" b="7756"/>
          <a:stretch>
            <a:fillRect/>
          </a:stretch>
        </p:blipFill>
        <p:spPr/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39548FF-FAF5-22F8-B897-2DF2CCF9B83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5" b="6055"/>
          <a:stretch>
            <a:fillRect/>
          </a:stretch>
        </p:blipFill>
        <p:spPr/>
      </p:pic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5FD77B88-5AC2-8C91-9C84-8A8F3FDA31E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" b="2892"/>
          <a:stretch>
            <a:fillRect/>
          </a:stretch>
        </p:blipFill>
        <p:spPr/>
      </p:pic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4F358DBA-422D-5FEF-E20F-5062A41195B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3" b="8833"/>
          <a:stretch>
            <a:fillRect/>
          </a:stretch>
        </p:blipFill>
        <p:spPr/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81D2474-93A9-B3B2-0D7D-A9FE85605049}"/>
              </a:ext>
            </a:extLst>
          </p:cNvPr>
          <p:cNvSpPr txBox="1"/>
          <p:nvPr/>
        </p:nvSpPr>
        <p:spPr>
          <a:xfrm>
            <a:off x="6245187" y="4147479"/>
            <a:ext cx="1975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Stratosphere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D130C7-EE5F-CEF4-67EC-28FD9546AB88}"/>
              </a:ext>
            </a:extLst>
          </p:cNvPr>
          <p:cNvSpPr txBox="1"/>
          <p:nvPr/>
        </p:nvSpPr>
        <p:spPr>
          <a:xfrm>
            <a:off x="6245187" y="4360636"/>
            <a:ext cx="19759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E33D20-7A08-2196-A1F2-5B6F03BC8EC1}"/>
              </a:ext>
            </a:extLst>
          </p:cNvPr>
          <p:cNvSpPr txBox="1"/>
          <p:nvPr/>
        </p:nvSpPr>
        <p:spPr>
          <a:xfrm>
            <a:off x="8939805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Mesosphere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3712DF-04E3-E222-FB58-F6F0F9478531}"/>
              </a:ext>
            </a:extLst>
          </p:cNvPr>
          <p:cNvSpPr txBox="1"/>
          <p:nvPr/>
        </p:nvSpPr>
        <p:spPr>
          <a:xfrm>
            <a:off x="8939805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07D7EE-B518-F4CE-8DEF-9D8573773630}"/>
              </a:ext>
            </a:extLst>
          </p:cNvPr>
          <p:cNvSpPr txBox="1"/>
          <p:nvPr/>
        </p:nvSpPr>
        <p:spPr>
          <a:xfrm>
            <a:off x="11055043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Thermosphere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1A5B85-2890-1272-D26E-C564E2ADBA5E}"/>
              </a:ext>
            </a:extLst>
          </p:cNvPr>
          <p:cNvSpPr txBox="1"/>
          <p:nvPr/>
        </p:nvSpPr>
        <p:spPr>
          <a:xfrm>
            <a:off x="11055043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0E90FA-06B7-A75C-8769-C7DDC8DD0BF3}"/>
              </a:ext>
            </a:extLst>
          </p:cNvPr>
          <p:cNvSpPr txBox="1"/>
          <p:nvPr/>
        </p:nvSpPr>
        <p:spPr>
          <a:xfrm>
            <a:off x="13170281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Exosphere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1C52CB-0F7F-0351-32BF-626C78DD6AB3}"/>
              </a:ext>
            </a:extLst>
          </p:cNvPr>
          <p:cNvSpPr txBox="1"/>
          <p:nvPr/>
        </p:nvSpPr>
        <p:spPr>
          <a:xfrm>
            <a:off x="13170281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CBF65D-B82C-FA3E-1333-B5900C38D372}"/>
              </a:ext>
            </a:extLst>
          </p:cNvPr>
          <p:cNvSpPr txBox="1"/>
          <p:nvPr/>
        </p:nvSpPr>
        <p:spPr>
          <a:xfrm>
            <a:off x="15285519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Troposphere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52C955-DAFB-70DF-5ECD-0586B5379D8D}"/>
              </a:ext>
            </a:extLst>
          </p:cNvPr>
          <p:cNvSpPr txBox="1"/>
          <p:nvPr/>
        </p:nvSpPr>
        <p:spPr>
          <a:xfrm>
            <a:off x="15285519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1</a:t>
            </a:r>
          </a:p>
        </p:txBody>
      </p:sp>
      <p:sp>
        <p:nvSpPr>
          <p:cNvPr id="35" name="Freeform: Shape 3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B44FE1F-7948-84F7-7ACF-E4C89961427D}"/>
              </a:ext>
            </a:extLst>
          </p:cNvPr>
          <p:cNvSpPr/>
          <p:nvPr/>
        </p:nvSpPr>
        <p:spPr>
          <a:xfrm>
            <a:off x="6674691" y="4928595"/>
            <a:ext cx="361950" cy="361950"/>
          </a:xfrm>
          <a:custGeom>
            <a:avLst/>
            <a:gdLst>
              <a:gd name="connsiteX0" fmla="*/ 227210 w 361950"/>
              <a:gd name="connsiteY0" fmla="*/ 106170 h 361950"/>
              <a:gd name="connsiteX1" fmla="*/ 298648 w 361950"/>
              <a:gd name="connsiteY1" fmla="*/ 177608 h 361950"/>
              <a:gd name="connsiteX2" fmla="*/ 298648 w 361950"/>
              <a:gd name="connsiteY2" fmla="*/ 184342 h 361950"/>
              <a:gd name="connsiteX3" fmla="*/ 227210 w 361950"/>
              <a:gd name="connsiteY3" fmla="*/ 255779 h 361950"/>
              <a:gd name="connsiteX4" fmla="*/ 227093 w 361950"/>
              <a:gd name="connsiteY4" fmla="*/ 255897 h 361950"/>
              <a:gd name="connsiteX5" fmla="*/ 220359 w 361950"/>
              <a:gd name="connsiteY5" fmla="*/ 255779 h 361950"/>
              <a:gd name="connsiteX6" fmla="*/ 220476 w 361950"/>
              <a:gd name="connsiteY6" fmla="*/ 249045 h 361950"/>
              <a:gd name="connsiteX7" fmla="*/ 283703 w 361950"/>
              <a:gd name="connsiteY7" fmla="*/ 185818 h 361950"/>
              <a:gd name="connsiteX8" fmla="*/ 283717 w 361950"/>
              <a:gd name="connsiteY8" fmla="*/ 185785 h 361950"/>
              <a:gd name="connsiteX9" fmla="*/ 283670 w 361950"/>
              <a:gd name="connsiteY9" fmla="*/ 185737 h 361950"/>
              <a:gd name="connsiteX10" fmla="*/ 63504 w 361950"/>
              <a:gd name="connsiteY10" fmla="*/ 185737 h 361950"/>
              <a:gd name="connsiteX11" fmla="*/ 58741 w 361950"/>
              <a:gd name="connsiteY11" fmla="*/ 180975 h 361950"/>
              <a:gd name="connsiteX12" fmla="*/ 63504 w 361950"/>
              <a:gd name="connsiteY12" fmla="*/ 176212 h 361950"/>
              <a:gd name="connsiteX13" fmla="*/ 283670 w 361950"/>
              <a:gd name="connsiteY13" fmla="*/ 176212 h 361950"/>
              <a:gd name="connsiteX14" fmla="*/ 283703 w 361950"/>
              <a:gd name="connsiteY14" fmla="*/ 176131 h 361950"/>
              <a:gd name="connsiteX15" fmla="*/ 220476 w 361950"/>
              <a:gd name="connsiteY15" fmla="*/ 112904 h 361950"/>
              <a:gd name="connsiteX16" fmla="*/ 220476 w 361950"/>
              <a:gd name="connsiteY16" fmla="*/ 106287 h 361950"/>
              <a:gd name="connsiteX17" fmla="*/ 227210 w 361950"/>
              <a:gd name="connsiteY17" fmla="*/ 106170 h 361950"/>
              <a:gd name="connsiteX18" fmla="*/ 180975 w 361950"/>
              <a:gd name="connsiteY18" fmla="*/ 9525 h 361950"/>
              <a:gd name="connsiteX19" fmla="*/ 9525 w 361950"/>
              <a:gd name="connsiteY19" fmla="*/ 180975 h 361950"/>
              <a:gd name="connsiteX20" fmla="*/ 180975 w 361950"/>
              <a:gd name="connsiteY20" fmla="*/ 352425 h 361950"/>
              <a:gd name="connsiteX21" fmla="*/ 352425 w 361950"/>
              <a:gd name="connsiteY21" fmla="*/ 180975 h 361950"/>
              <a:gd name="connsiteX22" fmla="*/ 180975 w 361950"/>
              <a:gd name="connsiteY22" fmla="*/ 9525 h 361950"/>
              <a:gd name="connsiteX23" fmla="*/ 180975 w 361950"/>
              <a:gd name="connsiteY23" fmla="*/ 0 h 361950"/>
              <a:gd name="connsiteX24" fmla="*/ 361950 w 361950"/>
              <a:gd name="connsiteY24" fmla="*/ 180975 h 361950"/>
              <a:gd name="connsiteX25" fmla="*/ 180975 w 361950"/>
              <a:gd name="connsiteY25" fmla="*/ 361950 h 361950"/>
              <a:gd name="connsiteX26" fmla="*/ 0 w 361950"/>
              <a:gd name="connsiteY26" fmla="*/ 180975 h 361950"/>
              <a:gd name="connsiteX27" fmla="*/ 180975 w 361950"/>
              <a:gd name="connsiteY27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1950" h="361950">
                <a:moveTo>
                  <a:pt x="227210" y="106170"/>
                </a:moveTo>
                <a:lnTo>
                  <a:pt x="298648" y="177608"/>
                </a:lnTo>
                <a:cubicBezTo>
                  <a:pt x="300507" y="179467"/>
                  <a:pt x="300507" y="182482"/>
                  <a:pt x="298648" y="184342"/>
                </a:cubicBezTo>
                <a:lnTo>
                  <a:pt x="227210" y="255779"/>
                </a:lnTo>
                <a:cubicBezTo>
                  <a:pt x="227172" y="255819"/>
                  <a:pt x="227133" y="255858"/>
                  <a:pt x="227093" y="255897"/>
                </a:cubicBezTo>
                <a:cubicBezTo>
                  <a:pt x="225202" y="257724"/>
                  <a:pt x="222186" y="257672"/>
                  <a:pt x="220359" y="255779"/>
                </a:cubicBezTo>
                <a:cubicBezTo>
                  <a:pt x="218532" y="253887"/>
                  <a:pt x="218584" y="250873"/>
                  <a:pt x="220476" y="249045"/>
                </a:cubicBezTo>
                <a:lnTo>
                  <a:pt x="283703" y="185818"/>
                </a:lnTo>
                <a:cubicBezTo>
                  <a:pt x="283712" y="185810"/>
                  <a:pt x="283717" y="185798"/>
                  <a:pt x="283717" y="185785"/>
                </a:cubicBezTo>
                <a:cubicBezTo>
                  <a:pt x="283717" y="185759"/>
                  <a:pt x="283696" y="185738"/>
                  <a:pt x="283670" y="185737"/>
                </a:cubicBezTo>
                <a:lnTo>
                  <a:pt x="63504" y="185737"/>
                </a:lnTo>
                <a:cubicBezTo>
                  <a:pt x="60873" y="185737"/>
                  <a:pt x="58741" y="183605"/>
                  <a:pt x="58741" y="180975"/>
                </a:cubicBezTo>
                <a:cubicBezTo>
                  <a:pt x="58741" y="178344"/>
                  <a:pt x="60873" y="176212"/>
                  <a:pt x="63504" y="176212"/>
                </a:cubicBezTo>
                <a:lnTo>
                  <a:pt x="283670" y="176212"/>
                </a:lnTo>
                <a:cubicBezTo>
                  <a:pt x="283732" y="176212"/>
                  <a:pt x="283746" y="176174"/>
                  <a:pt x="283703" y="176131"/>
                </a:cubicBezTo>
                <a:lnTo>
                  <a:pt x="220476" y="112904"/>
                </a:lnTo>
                <a:cubicBezTo>
                  <a:pt x="218694" y="111059"/>
                  <a:pt x="218694" y="108133"/>
                  <a:pt x="220476" y="106287"/>
                </a:cubicBezTo>
                <a:cubicBezTo>
                  <a:pt x="222304" y="104395"/>
                  <a:pt x="225318" y="104342"/>
                  <a:pt x="227210" y="106170"/>
                </a:cubicBezTo>
                <a:close/>
                <a:moveTo>
                  <a:pt x="180975" y="9525"/>
                </a:moveTo>
                <a:cubicBezTo>
                  <a:pt x="86327" y="9624"/>
                  <a:pt x="9624" y="86327"/>
                  <a:pt x="9525" y="180975"/>
                </a:cubicBezTo>
                <a:cubicBezTo>
                  <a:pt x="9525" y="275664"/>
                  <a:pt x="86286" y="352425"/>
                  <a:pt x="180975" y="352425"/>
                </a:cubicBezTo>
                <a:cubicBezTo>
                  <a:pt x="275664" y="352425"/>
                  <a:pt x="352425" y="275664"/>
                  <a:pt x="352425" y="180975"/>
                </a:cubicBezTo>
                <a:cubicBezTo>
                  <a:pt x="352425" y="86285"/>
                  <a:pt x="275664" y="9525"/>
                  <a:pt x="180975" y="9525"/>
                </a:cubicBezTo>
                <a:close/>
                <a:moveTo>
                  <a:pt x="180975" y="0"/>
                </a:moveTo>
                <a:cubicBezTo>
                  <a:pt x="280925" y="0"/>
                  <a:pt x="361950" y="81025"/>
                  <a:pt x="361950" y="180975"/>
                </a:cubicBezTo>
                <a:cubicBezTo>
                  <a:pt x="361950" y="280925"/>
                  <a:pt x="280925" y="361950"/>
                  <a:pt x="180975" y="361950"/>
                </a:cubicBezTo>
                <a:cubicBezTo>
                  <a:pt x="81026" y="361950"/>
                  <a:pt x="0" y="280925"/>
                  <a:pt x="0" y="180975"/>
                </a:cubicBezTo>
                <a:cubicBezTo>
                  <a:pt x="0" y="81025"/>
                  <a:pt x="81026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AB6A1498-48A4-432D-2389-64F61F895575}"/>
              </a:ext>
            </a:extLst>
          </p:cNvPr>
          <p:cNvSpPr/>
          <p:nvPr/>
        </p:nvSpPr>
        <p:spPr>
          <a:xfrm flipH="1">
            <a:off x="6042024" y="4928595"/>
            <a:ext cx="361950" cy="361950"/>
          </a:xfrm>
          <a:custGeom>
            <a:avLst/>
            <a:gdLst>
              <a:gd name="connsiteX0" fmla="*/ 227209 w 361950"/>
              <a:gd name="connsiteY0" fmla="*/ 106170 h 361950"/>
              <a:gd name="connsiteX1" fmla="*/ 220475 w 361950"/>
              <a:gd name="connsiteY1" fmla="*/ 106287 h 361950"/>
              <a:gd name="connsiteX2" fmla="*/ 220475 w 361950"/>
              <a:gd name="connsiteY2" fmla="*/ 112904 h 361950"/>
              <a:gd name="connsiteX3" fmla="*/ 283702 w 361950"/>
              <a:gd name="connsiteY3" fmla="*/ 176131 h 361950"/>
              <a:gd name="connsiteX4" fmla="*/ 283669 w 361950"/>
              <a:gd name="connsiteY4" fmla="*/ 176212 h 361950"/>
              <a:gd name="connsiteX5" fmla="*/ 63503 w 361950"/>
              <a:gd name="connsiteY5" fmla="*/ 176212 h 361950"/>
              <a:gd name="connsiteX6" fmla="*/ 58740 w 361950"/>
              <a:gd name="connsiteY6" fmla="*/ 180975 h 361950"/>
              <a:gd name="connsiteX7" fmla="*/ 63503 w 361950"/>
              <a:gd name="connsiteY7" fmla="*/ 185737 h 361950"/>
              <a:gd name="connsiteX8" fmla="*/ 283669 w 361950"/>
              <a:gd name="connsiteY8" fmla="*/ 185737 h 361950"/>
              <a:gd name="connsiteX9" fmla="*/ 283716 w 361950"/>
              <a:gd name="connsiteY9" fmla="*/ 185785 h 361950"/>
              <a:gd name="connsiteX10" fmla="*/ 283702 w 361950"/>
              <a:gd name="connsiteY10" fmla="*/ 185818 h 361950"/>
              <a:gd name="connsiteX11" fmla="*/ 220475 w 361950"/>
              <a:gd name="connsiteY11" fmla="*/ 249045 h 361950"/>
              <a:gd name="connsiteX12" fmla="*/ 220358 w 361950"/>
              <a:gd name="connsiteY12" fmla="*/ 255779 h 361950"/>
              <a:gd name="connsiteX13" fmla="*/ 227092 w 361950"/>
              <a:gd name="connsiteY13" fmla="*/ 255897 h 361950"/>
              <a:gd name="connsiteX14" fmla="*/ 227209 w 361950"/>
              <a:gd name="connsiteY14" fmla="*/ 255779 h 361950"/>
              <a:gd name="connsiteX15" fmla="*/ 298647 w 361950"/>
              <a:gd name="connsiteY15" fmla="*/ 184342 h 361950"/>
              <a:gd name="connsiteX16" fmla="*/ 298647 w 361950"/>
              <a:gd name="connsiteY16" fmla="*/ 177608 h 361950"/>
              <a:gd name="connsiteX17" fmla="*/ 180975 w 361950"/>
              <a:gd name="connsiteY17" fmla="*/ 9525 h 361950"/>
              <a:gd name="connsiteX18" fmla="*/ 352425 w 361950"/>
              <a:gd name="connsiteY18" fmla="*/ 180975 h 361950"/>
              <a:gd name="connsiteX19" fmla="*/ 180975 w 361950"/>
              <a:gd name="connsiteY19" fmla="*/ 352425 h 361950"/>
              <a:gd name="connsiteX20" fmla="*/ 9525 w 361950"/>
              <a:gd name="connsiteY20" fmla="*/ 180975 h 361950"/>
              <a:gd name="connsiteX21" fmla="*/ 180975 w 361950"/>
              <a:gd name="connsiteY21" fmla="*/ 9525 h 361950"/>
              <a:gd name="connsiteX22" fmla="*/ 180975 w 361950"/>
              <a:gd name="connsiteY22" fmla="*/ 0 h 361950"/>
              <a:gd name="connsiteX23" fmla="*/ 0 w 361950"/>
              <a:gd name="connsiteY23" fmla="*/ 180975 h 361950"/>
              <a:gd name="connsiteX24" fmla="*/ 180975 w 361950"/>
              <a:gd name="connsiteY24" fmla="*/ 361950 h 361950"/>
              <a:gd name="connsiteX25" fmla="*/ 361950 w 361950"/>
              <a:gd name="connsiteY25" fmla="*/ 180975 h 361950"/>
              <a:gd name="connsiteX26" fmla="*/ 180975 w 361950"/>
              <a:gd name="connsiteY26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1950" h="361950">
                <a:moveTo>
                  <a:pt x="227209" y="106170"/>
                </a:moveTo>
                <a:cubicBezTo>
                  <a:pt x="225317" y="104342"/>
                  <a:pt x="222303" y="104395"/>
                  <a:pt x="220475" y="106287"/>
                </a:cubicBezTo>
                <a:cubicBezTo>
                  <a:pt x="218693" y="108133"/>
                  <a:pt x="218693" y="111059"/>
                  <a:pt x="220475" y="112904"/>
                </a:cubicBezTo>
                <a:lnTo>
                  <a:pt x="283702" y="176131"/>
                </a:lnTo>
                <a:cubicBezTo>
                  <a:pt x="283745" y="176174"/>
                  <a:pt x="283731" y="176212"/>
                  <a:pt x="283669" y="176212"/>
                </a:cubicBezTo>
                <a:lnTo>
                  <a:pt x="63503" y="176212"/>
                </a:lnTo>
                <a:cubicBezTo>
                  <a:pt x="60872" y="176212"/>
                  <a:pt x="58740" y="178344"/>
                  <a:pt x="58740" y="180975"/>
                </a:cubicBezTo>
                <a:cubicBezTo>
                  <a:pt x="58740" y="183605"/>
                  <a:pt x="60872" y="185737"/>
                  <a:pt x="63503" y="185737"/>
                </a:cubicBezTo>
                <a:lnTo>
                  <a:pt x="283669" y="185737"/>
                </a:lnTo>
                <a:cubicBezTo>
                  <a:pt x="283695" y="185738"/>
                  <a:pt x="283716" y="185759"/>
                  <a:pt x="283716" y="185785"/>
                </a:cubicBezTo>
                <a:cubicBezTo>
                  <a:pt x="283716" y="185798"/>
                  <a:pt x="283711" y="185810"/>
                  <a:pt x="283702" y="185818"/>
                </a:cubicBezTo>
                <a:lnTo>
                  <a:pt x="220475" y="249045"/>
                </a:lnTo>
                <a:cubicBezTo>
                  <a:pt x="218583" y="250873"/>
                  <a:pt x="218531" y="253887"/>
                  <a:pt x="220358" y="255779"/>
                </a:cubicBezTo>
                <a:cubicBezTo>
                  <a:pt x="222185" y="257672"/>
                  <a:pt x="225201" y="257724"/>
                  <a:pt x="227092" y="255897"/>
                </a:cubicBezTo>
                <a:cubicBezTo>
                  <a:pt x="227132" y="255858"/>
                  <a:pt x="227171" y="255819"/>
                  <a:pt x="227209" y="255779"/>
                </a:cubicBezTo>
                <a:lnTo>
                  <a:pt x="298647" y="184342"/>
                </a:lnTo>
                <a:cubicBezTo>
                  <a:pt x="300506" y="182482"/>
                  <a:pt x="300506" y="179467"/>
                  <a:pt x="298647" y="177608"/>
                </a:cubicBezTo>
                <a:close/>
                <a:moveTo>
                  <a:pt x="180975" y="9525"/>
                </a:moveTo>
                <a:cubicBezTo>
                  <a:pt x="275664" y="9525"/>
                  <a:pt x="352425" y="86285"/>
                  <a:pt x="352425" y="180975"/>
                </a:cubicBezTo>
                <a:cubicBezTo>
                  <a:pt x="352425" y="275664"/>
                  <a:pt x="275664" y="352425"/>
                  <a:pt x="180975" y="352425"/>
                </a:cubicBezTo>
                <a:cubicBezTo>
                  <a:pt x="86286" y="352425"/>
                  <a:pt x="9525" y="275664"/>
                  <a:pt x="9525" y="180975"/>
                </a:cubicBezTo>
                <a:cubicBezTo>
                  <a:pt x="9624" y="86327"/>
                  <a:pt x="86327" y="9624"/>
                  <a:pt x="180975" y="9525"/>
                </a:cubicBezTo>
                <a:close/>
                <a:moveTo>
                  <a:pt x="180975" y="0"/>
                </a:moveTo>
                <a:cubicBezTo>
                  <a:pt x="81026" y="0"/>
                  <a:pt x="0" y="81025"/>
                  <a:pt x="0" y="180975"/>
                </a:cubicBezTo>
                <a:cubicBezTo>
                  <a:pt x="0" y="280925"/>
                  <a:pt x="81026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50" y="81025"/>
                  <a:pt x="280925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C20F20E-0A36-1CAB-CC8F-A4DB2005D5B4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hlinkClick r:id="rId8" action="ppaction://hlinksldjump"/>
            <a:extLst>
              <a:ext uri="{FF2B5EF4-FFF2-40B4-BE49-F238E27FC236}">
                <a16:creationId xmlns:a16="http://schemas.microsoft.com/office/drawing/2014/main" id="{F47A4194-7F53-659E-6C07-254B89E007C6}"/>
              </a:ext>
            </a:extLst>
          </p:cNvPr>
          <p:cNvSpPr/>
          <p:nvPr/>
        </p:nvSpPr>
        <p:spPr>
          <a:xfrm>
            <a:off x="571500" y="772615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hlinkClick r:id="rId9" action="ppaction://hlinksldjump"/>
            <a:extLst>
              <a:ext uri="{FF2B5EF4-FFF2-40B4-BE49-F238E27FC236}">
                <a16:creationId xmlns:a16="http://schemas.microsoft.com/office/drawing/2014/main" id="{2A2B648B-B52B-4731-9A06-315E43E85CD2}"/>
              </a:ext>
            </a:extLst>
          </p:cNvPr>
          <p:cNvSpPr/>
          <p:nvPr/>
        </p:nvSpPr>
        <p:spPr>
          <a:xfrm>
            <a:off x="499534" y="1984392"/>
            <a:ext cx="321732" cy="3217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>
            <a:hlinkClick r:id="rId10" action="ppaction://hlinksldjump"/>
            <a:extLst>
              <a:ext uri="{FF2B5EF4-FFF2-40B4-BE49-F238E27FC236}">
                <a16:creationId xmlns:a16="http://schemas.microsoft.com/office/drawing/2014/main" id="{2DD045EE-433F-3ACA-0F12-999185A033FD}"/>
              </a:ext>
            </a:extLst>
          </p:cNvPr>
          <p:cNvSpPr/>
          <p:nvPr/>
        </p:nvSpPr>
        <p:spPr>
          <a:xfrm>
            <a:off x="571500" y="3340101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hlinkClick r:id="rId11" action="ppaction://hlinksldjump"/>
            <a:extLst>
              <a:ext uri="{FF2B5EF4-FFF2-40B4-BE49-F238E27FC236}">
                <a16:creationId xmlns:a16="http://schemas.microsoft.com/office/drawing/2014/main" id="{39113122-CBC7-C9F0-751B-9FADFF1699DD}"/>
              </a:ext>
            </a:extLst>
          </p:cNvPr>
          <p:cNvSpPr/>
          <p:nvPr/>
        </p:nvSpPr>
        <p:spPr>
          <a:xfrm>
            <a:off x="571500" y="4623844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hlinkClick r:id="rId12" action="ppaction://hlinksldjump"/>
            <a:extLst>
              <a:ext uri="{FF2B5EF4-FFF2-40B4-BE49-F238E27FC236}">
                <a16:creationId xmlns:a16="http://schemas.microsoft.com/office/drawing/2014/main" id="{8A190089-2C14-F1AE-EA27-E13A831B7157}"/>
              </a:ext>
            </a:extLst>
          </p:cNvPr>
          <p:cNvSpPr/>
          <p:nvPr/>
        </p:nvSpPr>
        <p:spPr>
          <a:xfrm>
            <a:off x="571500" y="5907586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FB5CB90-892A-55A0-5973-2B2537DC5250}"/>
              </a:ext>
            </a:extLst>
          </p:cNvPr>
          <p:cNvSpPr txBox="1"/>
          <p:nvPr/>
        </p:nvSpPr>
        <p:spPr>
          <a:xfrm>
            <a:off x="1320798" y="1869934"/>
            <a:ext cx="3901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About Stratosphere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9CE63E-09C4-7894-0F06-E8A4AA2E81D1}"/>
              </a:ext>
            </a:extLst>
          </p:cNvPr>
          <p:cNvSpPr txBox="1"/>
          <p:nvPr/>
        </p:nvSpPr>
        <p:spPr>
          <a:xfrm>
            <a:off x="1320798" y="2506267"/>
            <a:ext cx="43701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15 km to 50 km (9–31 miles).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Contains the ozone layer, which absorbs and protects Earth from harmful UV radiation.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Temperature increases with altitude due to ozone absorption of solar energy.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Free of weather disturbances, making it ideal for jet planes to fly.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Specialty: The ozone layer is crucial for shielding life on Earth from ultraviolet rays. 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EE4E9A2F-89C6-1B75-B8E1-152A80C48C2C}"/>
              </a:ext>
            </a:extLst>
          </p:cNvPr>
          <p:cNvSpPr/>
          <p:nvPr/>
        </p:nvSpPr>
        <p:spPr>
          <a:xfrm>
            <a:off x="1359784" y="3996447"/>
            <a:ext cx="1150144" cy="337746"/>
          </a:xfrm>
          <a:prstGeom prst="roundRect">
            <a:avLst>
              <a:gd name="adj" fmla="val 4122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Layers </a:t>
            </a:r>
          </a:p>
        </p:txBody>
      </p:sp>
    </p:spTree>
    <p:extLst>
      <p:ext uri="{BB962C8B-B14F-4D97-AF65-F5344CB8AC3E}">
        <p14:creationId xmlns:p14="http://schemas.microsoft.com/office/powerpoint/2010/main" val="2599683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6E1D96D7-6872-3F21-A1CC-CCDB913CD72C}"/>
              </a:ext>
            </a:extLst>
          </p:cNvPr>
          <p:cNvSpPr/>
          <p:nvPr/>
        </p:nvSpPr>
        <p:spPr>
          <a:xfrm>
            <a:off x="17584" y="0"/>
            <a:ext cx="12174416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EA646A38-9624-5877-E98A-DBD304EA796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4" r="1854"/>
          <a:stretch>
            <a:fillRect/>
          </a:stretch>
        </p:blipFill>
        <p:spPr/>
      </p:pic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C206662-1084-7C29-2EF3-E776789AAB2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9" b="6019"/>
          <a:stretch>
            <a:fillRect/>
          </a:stretch>
        </p:blipFill>
        <p:spPr/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B9DFADB5-5F49-682C-8239-CDB0F0EA46B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1" b="2931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C989D3AA-9089-EF2D-9797-AF529E44D9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9" b="8799"/>
          <a:stretch>
            <a:fillRect/>
          </a:stretch>
        </p:blipFill>
        <p:spPr/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924A75DE-8C7C-6512-82D8-B8F89284C9C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9" b="13419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3C7DE79-C5E6-70D9-FF33-59D1617435C1}"/>
              </a:ext>
            </a:extLst>
          </p:cNvPr>
          <p:cNvSpPr txBox="1"/>
          <p:nvPr/>
        </p:nvSpPr>
        <p:spPr>
          <a:xfrm>
            <a:off x="6245187" y="4147479"/>
            <a:ext cx="1975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Mesosphere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8FDC9E-964E-258C-9CBC-2ADCBDAD11C2}"/>
              </a:ext>
            </a:extLst>
          </p:cNvPr>
          <p:cNvSpPr txBox="1"/>
          <p:nvPr/>
        </p:nvSpPr>
        <p:spPr>
          <a:xfrm>
            <a:off x="6245187" y="4360636"/>
            <a:ext cx="19759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FC0A85-754D-41F4-8371-951B06C0780F}"/>
              </a:ext>
            </a:extLst>
          </p:cNvPr>
          <p:cNvSpPr txBox="1"/>
          <p:nvPr/>
        </p:nvSpPr>
        <p:spPr>
          <a:xfrm>
            <a:off x="8939805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Thermosphere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780F98-6454-FF05-9D8D-CBEAB628E689}"/>
              </a:ext>
            </a:extLst>
          </p:cNvPr>
          <p:cNvSpPr txBox="1"/>
          <p:nvPr/>
        </p:nvSpPr>
        <p:spPr>
          <a:xfrm>
            <a:off x="8939805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ABBA0B-8D13-3434-4175-D7B25A305A83}"/>
              </a:ext>
            </a:extLst>
          </p:cNvPr>
          <p:cNvSpPr txBox="1"/>
          <p:nvPr/>
        </p:nvSpPr>
        <p:spPr>
          <a:xfrm>
            <a:off x="11055043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Exosphere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8BE3DB-E194-4B96-C969-FD4CCE1AC685}"/>
              </a:ext>
            </a:extLst>
          </p:cNvPr>
          <p:cNvSpPr txBox="1"/>
          <p:nvPr/>
        </p:nvSpPr>
        <p:spPr>
          <a:xfrm>
            <a:off x="11055043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224E17-AF0E-0C63-E567-AE4A8D9BB05F}"/>
              </a:ext>
            </a:extLst>
          </p:cNvPr>
          <p:cNvSpPr txBox="1"/>
          <p:nvPr/>
        </p:nvSpPr>
        <p:spPr>
          <a:xfrm>
            <a:off x="13170281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Troposphere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8DA32B-8A22-6AB5-FCA2-1982C93EF3FA}"/>
              </a:ext>
            </a:extLst>
          </p:cNvPr>
          <p:cNvSpPr txBox="1"/>
          <p:nvPr/>
        </p:nvSpPr>
        <p:spPr>
          <a:xfrm>
            <a:off x="13170281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B5A130-A5BA-01F4-E641-B4699A764D06}"/>
              </a:ext>
            </a:extLst>
          </p:cNvPr>
          <p:cNvSpPr txBox="1"/>
          <p:nvPr/>
        </p:nvSpPr>
        <p:spPr>
          <a:xfrm>
            <a:off x="15285519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Stratosphere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BA31EC-2118-DE8A-DCC2-27E68ABC3A14}"/>
              </a:ext>
            </a:extLst>
          </p:cNvPr>
          <p:cNvSpPr txBox="1"/>
          <p:nvPr/>
        </p:nvSpPr>
        <p:spPr>
          <a:xfrm>
            <a:off x="15285519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2</a:t>
            </a:r>
          </a:p>
        </p:txBody>
      </p:sp>
      <p:sp>
        <p:nvSpPr>
          <p:cNvPr id="40" name="Freeform: Shape 3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DB9828E0-FECC-8AEB-BA64-A37C88B826E9}"/>
              </a:ext>
            </a:extLst>
          </p:cNvPr>
          <p:cNvSpPr/>
          <p:nvPr/>
        </p:nvSpPr>
        <p:spPr>
          <a:xfrm>
            <a:off x="6674691" y="4928595"/>
            <a:ext cx="361950" cy="361950"/>
          </a:xfrm>
          <a:custGeom>
            <a:avLst/>
            <a:gdLst>
              <a:gd name="connsiteX0" fmla="*/ 227210 w 361950"/>
              <a:gd name="connsiteY0" fmla="*/ 106170 h 361950"/>
              <a:gd name="connsiteX1" fmla="*/ 298648 w 361950"/>
              <a:gd name="connsiteY1" fmla="*/ 177608 h 361950"/>
              <a:gd name="connsiteX2" fmla="*/ 298648 w 361950"/>
              <a:gd name="connsiteY2" fmla="*/ 184342 h 361950"/>
              <a:gd name="connsiteX3" fmla="*/ 227210 w 361950"/>
              <a:gd name="connsiteY3" fmla="*/ 255779 h 361950"/>
              <a:gd name="connsiteX4" fmla="*/ 227093 w 361950"/>
              <a:gd name="connsiteY4" fmla="*/ 255897 h 361950"/>
              <a:gd name="connsiteX5" fmla="*/ 220359 w 361950"/>
              <a:gd name="connsiteY5" fmla="*/ 255779 h 361950"/>
              <a:gd name="connsiteX6" fmla="*/ 220476 w 361950"/>
              <a:gd name="connsiteY6" fmla="*/ 249045 h 361950"/>
              <a:gd name="connsiteX7" fmla="*/ 283703 w 361950"/>
              <a:gd name="connsiteY7" fmla="*/ 185818 h 361950"/>
              <a:gd name="connsiteX8" fmla="*/ 283717 w 361950"/>
              <a:gd name="connsiteY8" fmla="*/ 185785 h 361950"/>
              <a:gd name="connsiteX9" fmla="*/ 283670 w 361950"/>
              <a:gd name="connsiteY9" fmla="*/ 185737 h 361950"/>
              <a:gd name="connsiteX10" fmla="*/ 63504 w 361950"/>
              <a:gd name="connsiteY10" fmla="*/ 185737 h 361950"/>
              <a:gd name="connsiteX11" fmla="*/ 58741 w 361950"/>
              <a:gd name="connsiteY11" fmla="*/ 180975 h 361950"/>
              <a:gd name="connsiteX12" fmla="*/ 63504 w 361950"/>
              <a:gd name="connsiteY12" fmla="*/ 176212 h 361950"/>
              <a:gd name="connsiteX13" fmla="*/ 283670 w 361950"/>
              <a:gd name="connsiteY13" fmla="*/ 176212 h 361950"/>
              <a:gd name="connsiteX14" fmla="*/ 283703 w 361950"/>
              <a:gd name="connsiteY14" fmla="*/ 176131 h 361950"/>
              <a:gd name="connsiteX15" fmla="*/ 220476 w 361950"/>
              <a:gd name="connsiteY15" fmla="*/ 112904 h 361950"/>
              <a:gd name="connsiteX16" fmla="*/ 220476 w 361950"/>
              <a:gd name="connsiteY16" fmla="*/ 106287 h 361950"/>
              <a:gd name="connsiteX17" fmla="*/ 227210 w 361950"/>
              <a:gd name="connsiteY17" fmla="*/ 106170 h 361950"/>
              <a:gd name="connsiteX18" fmla="*/ 180975 w 361950"/>
              <a:gd name="connsiteY18" fmla="*/ 9525 h 361950"/>
              <a:gd name="connsiteX19" fmla="*/ 9525 w 361950"/>
              <a:gd name="connsiteY19" fmla="*/ 180975 h 361950"/>
              <a:gd name="connsiteX20" fmla="*/ 180975 w 361950"/>
              <a:gd name="connsiteY20" fmla="*/ 352425 h 361950"/>
              <a:gd name="connsiteX21" fmla="*/ 352425 w 361950"/>
              <a:gd name="connsiteY21" fmla="*/ 180975 h 361950"/>
              <a:gd name="connsiteX22" fmla="*/ 180975 w 361950"/>
              <a:gd name="connsiteY22" fmla="*/ 9525 h 361950"/>
              <a:gd name="connsiteX23" fmla="*/ 180975 w 361950"/>
              <a:gd name="connsiteY23" fmla="*/ 0 h 361950"/>
              <a:gd name="connsiteX24" fmla="*/ 361950 w 361950"/>
              <a:gd name="connsiteY24" fmla="*/ 180975 h 361950"/>
              <a:gd name="connsiteX25" fmla="*/ 180975 w 361950"/>
              <a:gd name="connsiteY25" fmla="*/ 361950 h 361950"/>
              <a:gd name="connsiteX26" fmla="*/ 0 w 361950"/>
              <a:gd name="connsiteY26" fmla="*/ 180975 h 361950"/>
              <a:gd name="connsiteX27" fmla="*/ 180975 w 361950"/>
              <a:gd name="connsiteY27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1950" h="361950">
                <a:moveTo>
                  <a:pt x="227210" y="106170"/>
                </a:moveTo>
                <a:lnTo>
                  <a:pt x="298648" y="177608"/>
                </a:lnTo>
                <a:cubicBezTo>
                  <a:pt x="300507" y="179467"/>
                  <a:pt x="300507" y="182482"/>
                  <a:pt x="298648" y="184342"/>
                </a:cubicBezTo>
                <a:lnTo>
                  <a:pt x="227210" y="255779"/>
                </a:lnTo>
                <a:cubicBezTo>
                  <a:pt x="227172" y="255819"/>
                  <a:pt x="227133" y="255858"/>
                  <a:pt x="227093" y="255897"/>
                </a:cubicBezTo>
                <a:cubicBezTo>
                  <a:pt x="225202" y="257724"/>
                  <a:pt x="222186" y="257672"/>
                  <a:pt x="220359" y="255779"/>
                </a:cubicBezTo>
                <a:cubicBezTo>
                  <a:pt x="218532" y="253887"/>
                  <a:pt x="218584" y="250873"/>
                  <a:pt x="220476" y="249045"/>
                </a:cubicBezTo>
                <a:lnTo>
                  <a:pt x="283703" y="185818"/>
                </a:lnTo>
                <a:cubicBezTo>
                  <a:pt x="283712" y="185810"/>
                  <a:pt x="283717" y="185798"/>
                  <a:pt x="283717" y="185785"/>
                </a:cubicBezTo>
                <a:cubicBezTo>
                  <a:pt x="283717" y="185759"/>
                  <a:pt x="283696" y="185738"/>
                  <a:pt x="283670" y="185737"/>
                </a:cubicBezTo>
                <a:lnTo>
                  <a:pt x="63504" y="185737"/>
                </a:lnTo>
                <a:cubicBezTo>
                  <a:pt x="60873" y="185737"/>
                  <a:pt x="58741" y="183605"/>
                  <a:pt x="58741" y="180975"/>
                </a:cubicBezTo>
                <a:cubicBezTo>
                  <a:pt x="58741" y="178344"/>
                  <a:pt x="60873" y="176212"/>
                  <a:pt x="63504" y="176212"/>
                </a:cubicBezTo>
                <a:lnTo>
                  <a:pt x="283670" y="176212"/>
                </a:lnTo>
                <a:cubicBezTo>
                  <a:pt x="283732" y="176212"/>
                  <a:pt x="283746" y="176174"/>
                  <a:pt x="283703" y="176131"/>
                </a:cubicBezTo>
                <a:lnTo>
                  <a:pt x="220476" y="112904"/>
                </a:lnTo>
                <a:cubicBezTo>
                  <a:pt x="218694" y="111059"/>
                  <a:pt x="218694" y="108133"/>
                  <a:pt x="220476" y="106287"/>
                </a:cubicBezTo>
                <a:cubicBezTo>
                  <a:pt x="222304" y="104395"/>
                  <a:pt x="225318" y="104342"/>
                  <a:pt x="227210" y="106170"/>
                </a:cubicBezTo>
                <a:close/>
                <a:moveTo>
                  <a:pt x="180975" y="9525"/>
                </a:moveTo>
                <a:cubicBezTo>
                  <a:pt x="86327" y="9624"/>
                  <a:pt x="9624" y="86327"/>
                  <a:pt x="9525" y="180975"/>
                </a:cubicBezTo>
                <a:cubicBezTo>
                  <a:pt x="9525" y="275664"/>
                  <a:pt x="86286" y="352425"/>
                  <a:pt x="180975" y="352425"/>
                </a:cubicBezTo>
                <a:cubicBezTo>
                  <a:pt x="275664" y="352425"/>
                  <a:pt x="352425" y="275664"/>
                  <a:pt x="352425" y="180975"/>
                </a:cubicBezTo>
                <a:cubicBezTo>
                  <a:pt x="352425" y="86285"/>
                  <a:pt x="275664" y="9525"/>
                  <a:pt x="180975" y="9525"/>
                </a:cubicBezTo>
                <a:close/>
                <a:moveTo>
                  <a:pt x="180975" y="0"/>
                </a:moveTo>
                <a:cubicBezTo>
                  <a:pt x="280925" y="0"/>
                  <a:pt x="361950" y="81025"/>
                  <a:pt x="361950" y="180975"/>
                </a:cubicBezTo>
                <a:cubicBezTo>
                  <a:pt x="361950" y="280925"/>
                  <a:pt x="280925" y="361950"/>
                  <a:pt x="180975" y="361950"/>
                </a:cubicBezTo>
                <a:cubicBezTo>
                  <a:pt x="81026" y="361950"/>
                  <a:pt x="0" y="280925"/>
                  <a:pt x="0" y="180975"/>
                </a:cubicBezTo>
                <a:cubicBezTo>
                  <a:pt x="0" y="81025"/>
                  <a:pt x="81026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B2F59E6-7BF2-2D6E-A761-C46E73A05822}"/>
              </a:ext>
            </a:extLst>
          </p:cNvPr>
          <p:cNvSpPr/>
          <p:nvPr/>
        </p:nvSpPr>
        <p:spPr>
          <a:xfrm flipH="1">
            <a:off x="6042024" y="4928595"/>
            <a:ext cx="361950" cy="361950"/>
          </a:xfrm>
          <a:custGeom>
            <a:avLst/>
            <a:gdLst>
              <a:gd name="connsiteX0" fmla="*/ 227209 w 361950"/>
              <a:gd name="connsiteY0" fmla="*/ 106170 h 361950"/>
              <a:gd name="connsiteX1" fmla="*/ 220475 w 361950"/>
              <a:gd name="connsiteY1" fmla="*/ 106287 h 361950"/>
              <a:gd name="connsiteX2" fmla="*/ 220475 w 361950"/>
              <a:gd name="connsiteY2" fmla="*/ 112904 h 361950"/>
              <a:gd name="connsiteX3" fmla="*/ 283702 w 361950"/>
              <a:gd name="connsiteY3" fmla="*/ 176131 h 361950"/>
              <a:gd name="connsiteX4" fmla="*/ 283669 w 361950"/>
              <a:gd name="connsiteY4" fmla="*/ 176212 h 361950"/>
              <a:gd name="connsiteX5" fmla="*/ 63503 w 361950"/>
              <a:gd name="connsiteY5" fmla="*/ 176212 h 361950"/>
              <a:gd name="connsiteX6" fmla="*/ 58740 w 361950"/>
              <a:gd name="connsiteY6" fmla="*/ 180975 h 361950"/>
              <a:gd name="connsiteX7" fmla="*/ 63503 w 361950"/>
              <a:gd name="connsiteY7" fmla="*/ 185737 h 361950"/>
              <a:gd name="connsiteX8" fmla="*/ 283669 w 361950"/>
              <a:gd name="connsiteY8" fmla="*/ 185737 h 361950"/>
              <a:gd name="connsiteX9" fmla="*/ 283716 w 361950"/>
              <a:gd name="connsiteY9" fmla="*/ 185785 h 361950"/>
              <a:gd name="connsiteX10" fmla="*/ 283702 w 361950"/>
              <a:gd name="connsiteY10" fmla="*/ 185818 h 361950"/>
              <a:gd name="connsiteX11" fmla="*/ 220475 w 361950"/>
              <a:gd name="connsiteY11" fmla="*/ 249045 h 361950"/>
              <a:gd name="connsiteX12" fmla="*/ 220358 w 361950"/>
              <a:gd name="connsiteY12" fmla="*/ 255779 h 361950"/>
              <a:gd name="connsiteX13" fmla="*/ 227092 w 361950"/>
              <a:gd name="connsiteY13" fmla="*/ 255897 h 361950"/>
              <a:gd name="connsiteX14" fmla="*/ 227209 w 361950"/>
              <a:gd name="connsiteY14" fmla="*/ 255779 h 361950"/>
              <a:gd name="connsiteX15" fmla="*/ 298647 w 361950"/>
              <a:gd name="connsiteY15" fmla="*/ 184342 h 361950"/>
              <a:gd name="connsiteX16" fmla="*/ 298647 w 361950"/>
              <a:gd name="connsiteY16" fmla="*/ 177608 h 361950"/>
              <a:gd name="connsiteX17" fmla="*/ 180975 w 361950"/>
              <a:gd name="connsiteY17" fmla="*/ 9525 h 361950"/>
              <a:gd name="connsiteX18" fmla="*/ 352425 w 361950"/>
              <a:gd name="connsiteY18" fmla="*/ 180975 h 361950"/>
              <a:gd name="connsiteX19" fmla="*/ 180975 w 361950"/>
              <a:gd name="connsiteY19" fmla="*/ 352425 h 361950"/>
              <a:gd name="connsiteX20" fmla="*/ 9525 w 361950"/>
              <a:gd name="connsiteY20" fmla="*/ 180975 h 361950"/>
              <a:gd name="connsiteX21" fmla="*/ 180975 w 361950"/>
              <a:gd name="connsiteY21" fmla="*/ 9525 h 361950"/>
              <a:gd name="connsiteX22" fmla="*/ 180975 w 361950"/>
              <a:gd name="connsiteY22" fmla="*/ 0 h 361950"/>
              <a:gd name="connsiteX23" fmla="*/ 0 w 361950"/>
              <a:gd name="connsiteY23" fmla="*/ 180975 h 361950"/>
              <a:gd name="connsiteX24" fmla="*/ 180975 w 361950"/>
              <a:gd name="connsiteY24" fmla="*/ 361950 h 361950"/>
              <a:gd name="connsiteX25" fmla="*/ 361950 w 361950"/>
              <a:gd name="connsiteY25" fmla="*/ 180975 h 361950"/>
              <a:gd name="connsiteX26" fmla="*/ 180975 w 361950"/>
              <a:gd name="connsiteY26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1950" h="361950">
                <a:moveTo>
                  <a:pt x="227209" y="106170"/>
                </a:moveTo>
                <a:cubicBezTo>
                  <a:pt x="225317" y="104342"/>
                  <a:pt x="222303" y="104395"/>
                  <a:pt x="220475" y="106287"/>
                </a:cubicBezTo>
                <a:cubicBezTo>
                  <a:pt x="218693" y="108133"/>
                  <a:pt x="218693" y="111059"/>
                  <a:pt x="220475" y="112904"/>
                </a:cubicBezTo>
                <a:lnTo>
                  <a:pt x="283702" y="176131"/>
                </a:lnTo>
                <a:cubicBezTo>
                  <a:pt x="283745" y="176174"/>
                  <a:pt x="283731" y="176212"/>
                  <a:pt x="283669" y="176212"/>
                </a:cubicBezTo>
                <a:lnTo>
                  <a:pt x="63503" y="176212"/>
                </a:lnTo>
                <a:cubicBezTo>
                  <a:pt x="60872" y="176212"/>
                  <a:pt x="58740" y="178344"/>
                  <a:pt x="58740" y="180975"/>
                </a:cubicBezTo>
                <a:cubicBezTo>
                  <a:pt x="58740" y="183605"/>
                  <a:pt x="60872" y="185737"/>
                  <a:pt x="63503" y="185737"/>
                </a:cubicBezTo>
                <a:lnTo>
                  <a:pt x="283669" y="185737"/>
                </a:lnTo>
                <a:cubicBezTo>
                  <a:pt x="283695" y="185738"/>
                  <a:pt x="283716" y="185759"/>
                  <a:pt x="283716" y="185785"/>
                </a:cubicBezTo>
                <a:cubicBezTo>
                  <a:pt x="283716" y="185798"/>
                  <a:pt x="283711" y="185810"/>
                  <a:pt x="283702" y="185818"/>
                </a:cubicBezTo>
                <a:lnTo>
                  <a:pt x="220475" y="249045"/>
                </a:lnTo>
                <a:cubicBezTo>
                  <a:pt x="218583" y="250873"/>
                  <a:pt x="218531" y="253887"/>
                  <a:pt x="220358" y="255779"/>
                </a:cubicBezTo>
                <a:cubicBezTo>
                  <a:pt x="222185" y="257672"/>
                  <a:pt x="225201" y="257724"/>
                  <a:pt x="227092" y="255897"/>
                </a:cubicBezTo>
                <a:cubicBezTo>
                  <a:pt x="227132" y="255858"/>
                  <a:pt x="227171" y="255819"/>
                  <a:pt x="227209" y="255779"/>
                </a:cubicBezTo>
                <a:lnTo>
                  <a:pt x="298647" y="184342"/>
                </a:lnTo>
                <a:cubicBezTo>
                  <a:pt x="300506" y="182482"/>
                  <a:pt x="300506" y="179467"/>
                  <a:pt x="298647" y="177608"/>
                </a:cubicBezTo>
                <a:close/>
                <a:moveTo>
                  <a:pt x="180975" y="9525"/>
                </a:moveTo>
                <a:cubicBezTo>
                  <a:pt x="275664" y="9525"/>
                  <a:pt x="352425" y="86285"/>
                  <a:pt x="352425" y="180975"/>
                </a:cubicBezTo>
                <a:cubicBezTo>
                  <a:pt x="352425" y="275664"/>
                  <a:pt x="275664" y="352425"/>
                  <a:pt x="180975" y="352425"/>
                </a:cubicBezTo>
                <a:cubicBezTo>
                  <a:pt x="86286" y="352425"/>
                  <a:pt x="9525" y="275664"/>
                  <a:pt x="9525" y="180975"/>
                </a:cubicBezTo>
                <a:cubicBezTo>
                  <a:pt x="9624" y="86327"/>
                  <a:pt x="86327" y="9624"/>
                  <a:pt x="180975" y="9525"/>
                </a:cubicBezTo>
                <a:close/>
                <a:moveTo>
                  <a:pt x="180975" y="0"/>
                </a:moveTo>
                <a:cubicBezTo>
                  <a:pt x="81026" y="0"/>
                  <a:pt x="0" y="81025"/>
                  <a:pt x="0" y="180975"/>
                </a:cubicBezTo>
                <a:cubicBezTo>
                  <a:pt x="0" y="280925"/>
                  <a:pt x="81026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50" y="81025"/>
                  <a:pt x="280925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3FA31B6-89F3-8B0D-AE06-04D378404828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hlinkClick r:id="rId8" action="ppaction://hlinksldjump"/>
            <a:extLst>
              <a:ext uri="{FF2B5EF4-FFF2-40B4-BE49-F238E27FC236}">
                <a16:creationId xmlns:a16="http://schemas.microsoft.com/office/drawing/2014/main" id="{76CC5E06-0E22-68A4-1004-B45ABC34D379}"/>
              </a:ext>
            </a:extLst>
          </p:cNvPr>
          <p:cNvSpPr/>
          <p:nvPr/>
        </p:nvSpPr>
        <p:spPr>
          <a:xfrm>
            <a:off x="571500" y="772615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hlinkClick r:id="rId9" action="ppaction://hlinksldjump"/>
            <a:extLst>
              <a:ext uri="{FF2B5EF4-FFF2-40B4-BE49-F238E27FC236}">
                <a16:creationId xmlns:a16="http://schemas.microsoft.com/office/drawing/2014/main" id="{1AE855EC-2631-392A-6825-F27F3F1C3C39}"/>
              </a:ext>
            </a:extLst>
          </p:cNvPr>
          <p:cNvSpPr/>
          <p:nvPr/>
        </p:nvSpPr>
        <p:spPr>
          <a:xfrm>
            <a:off x="571500" y="2056358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hlinkClick r:id="rId10" action="ppaction://hlinksldjump"/>
            <a:extLst>
              <a:ext uri="{FF2B5EF4-FFF2-40B4-BE49-F238E27FC236}">
                <a16:creationId xmlns:a16="http://schemas.microsoft.com/office/drawing/2014/main" id="{B06FD7E7-FA23-F8E9-B39F-F7AE2723083A}"/>
              </a:ext>
            </a:extLst>
          </p:cNvPr>
          <p:cNvSpPr/>
          <p:nvPr/>
        </p:nvSpPr>
        <p:spPr>
          <a:xfrm>
            <a:off x="482601" y="3251202"/>
            <a:ext cx="355598" cy="3555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Oval 45">
            <a:hlinkClick r:id="rId11" action="ppaction://hlinksldjump"/>
            <a:extLst>
              <a:ext uri="{FF2B5EF4-FFF2-40B4-BE49-F238E27FC236}">
                <a16:creationId xmlns:a16="http://schemas.microsoft.com/office/drawing/2014/main" id="{B3903564-A6DF-BD9D-92F0-21C4223043BB}"/>
              </a:ext>
            </a:extLst>
          </p:cNvPr>
          <p:cNvSpPr/>
          <p:nvPr/>
        </p:nvSpPr>
        <p:spPr>
          <a:xfrm>
            <a:off x="571500" y="4623844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hlinkClick r:id="rId12" action="ppaction://hlinksldjump"/>
            <a:extLst>
              <a:ext uri="{FF2B5EF4-FFF2-40B4-BE49-F238E27FC236}">
                <a16:creationId xmlns:a16="http://schemas.microsoft.com/office/drawing/2014/main" id="{1FFD949E-005F-EDBE-BD44-89BBA653CFE1}"/>
              </a:ext>
            </a:extLst>
          </p:cNvPr>
          <p:cNvSpPr/>
          <p:nvPr/>
        </p:nvSpPr>
        <p:spPr>
          <a:xfrm>
            <a:off x="571500" y="5907586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5DE3D2-B302-4B63-4A4E-C0D99F73ECE0}"/>
              </a:ext>
            </a:extLst>
          </p:cNvPr>
          <p:cNvSpPr txBox="1"/>
          <p:nvPr/>
        </p:nvSpPr>
        <p:spPr>
          <a:xfrm>
            <a:off x="1320798" y="1869934"/>
            <a:ext cx="3780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About Mesosphere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9DFEB8-1ECC-4EB3-E3F5-03ADCEE1F391}"/>
              </a:ext>
            </a:extLst>
          </p:cNvPr>
          <p:cNvSpPr txBox="1"/>
          <p:nvPr/>
        </p:nvSpPr>
        <p:spPr>
          <a:xfrm>
            <a:off x="1320798" y="2506267"/>
            <a:ext cx="43741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 km to 85 km (31–53 miles).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Temperature decreases with altitude; coldest layer of the atmosphere.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Protects Earth from meteoroids by burning them up due to friction.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Thin air but still enough gas molecules to create significant resistance.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Specialty: Known as the "meteor-shield" layer. 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EC1DC12-EF6E-EED3-B504-0F511680834C}"/>
              </a:ext>
            </a:extLst>
          </p:cNvPr>
          <p:cNvSpPr/>
          <p:nvPr/>
        </p:nvSpPr>
        <p:spPr>
          <a:xfrm>
            <a:off x="1359784" y="3996447"/>
            <a:ext cx="1150144" cy="337746"/>
          </a:xfrm>
          <a:prstGeom prst="roundRect">
            <a:avLst>
              <a:gd name="adj" fmla="val 4122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Layers</a:t>
            </a:r>
          </a:p>
        </p:txBody>
      </p:sp>
    </p:spTree>
    <p:extLst>
      <p:ext uri="{BB962C8B-B14F-4D97-AF65-F5344CB8AC3E}">
        <p14:creationId xmlns:p14="http://schemas.microsoft.com/office/powerpoint/2010/main" val="808308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26693F2-7467-DB47-A491-2E60133B27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ED259B36-DF95-0911-DDFC-664C76522F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6" r="3756"/>
          <a:stretch>
            <a:fillRect/>
          </a:stretch>
        </p:blipFill>
        <p:spPr/>
      </p:pic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37F2D46-A10F-5AC7-EEF7-7F1993AEF58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" b="2892"/>
          <a:stretch>
            <a:fillRect/>
          </a:stretch>
        </p:blipFill>
        <p:spPr/>
      </p:pic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E4E50F36-EEE2-CD03-09C0-A704AB033C5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3" b="8833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B36F4323-BC6E-0B77-1CE1-B7DE8AAB0E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89" b="13389"/>
          <a:stretch>
            <a:fillRect/>
          </a:stretch>
        </p:blipFill>
        <p:spPr/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98FB78B2-CE63-B3C3-5AD4-B95BDC83F7B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" b="779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5FC5F75-1678-94AF-6717-1C86A5367834}"/>
              </a:ext>
            </a:extLst>
          </p:cNvPr>
          <p:cNvSpPr txBox="1"/>
          <p:nvPr/>
        </p:nvSpPr>
        <p:spPr>
          <a:xfrm>
            <a:off x="6245187" y="4147479"/>
            <a:ext cx="1975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Thermosphere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FD1167-5FA7-FF92-5B06-A9F6FAB2FCB2}"/>
              </a:ext>
            </a:extLst>
          </p:cNvPr>
          <p:cNvSpPr txBox="1"/>
          <p:nvPr/>
        </p:nvSpPr>
        <p:spPr>
          <a:xfrm>
            <a:off x="6245187" y="4360636"/>
            <a:ext cx="19759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8678F4-F087-9AAD-DC56-0E13BEEC4B28}"/>
              </a:ext>
            </a:extLst>
          </p:cNvPr>
          <p:cNvSpPr txBox="1"/>
          <p:nvPr/>
        </p:nvSpPr>
        <p:spPr>
          <a:xfrm>
            <a:off x="8939805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Exosphere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B936C4-B24A-2032-472A-540E3A81011E}"/>
              </a:ext>
            </a:extLst>
          </p:cNvPr>
          <p:cNvSpPr txBox="1"/>
          <p:nvPr/>
        </p:nvSpPr>
        <p:spPr>
          <a:xfrm>
            <a:off x="8939805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F80DF0-E5D1-6ACC-895F-5AFF97F57FA5}"/>
              </a:ext>
            </a:extLst>
          </p:cNvPr>
          <p:cNvSpPr txBox="1"/>
          <p:nvPr/>
        </p:nvSpPr>
        <p:spPr>
          <a:xfrm>
            <a:off x="11055043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Troposphere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005B01-3675-B5B5-E6B4-B9D4F9A87FB6}"/>
              </a:ext>
            </a:extLst>
          </p:cNvPr>
          <p:cNvSpPr txBox="1"/>
          <p:nvPr/>
        </p:nvSpPr>
        <p:spPr>
          <a:xfrm>
            <a:off x="11055043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EC6550-DA16-42CB-7910-F0EDD3BD5435}"/>
              </a:ext>
            </a:extLst>
          </p:cNvPr>
          <p:cNvSpPr txBox="1"/>
          <p:nvPr/>
        </p:nvSpPr>
        <p:spPr>
          <a:xfrm>
            <a:off x="13170281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Stratosphere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FA288F-BFEE-F0C3-3349-66249D8A1EBB}"/>
              </a:ext>
            </a:extLst>
          </p:cNvPr>
          <p:cNvSpPr txBox="1"/>
          <p:nvPr/>
        </p:nvSpPr>
        <p:spPr>
          <a:xfrm>
            <a:off x="13170281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457DB9-FA75-694E-BCE1-29A6B3AAE415}"/>
              </a:ext>
            </a:extLst>
          </p:cNvPr>
          <p:cNvSpPr txBox="1"/>
          <p:nvPr/>
        </p:nvSpPr>
        <p:spPr>
          <a:xfrm>
            <a:off x="15285519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Mesosphere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6EEE3C-3F7F-3F7C-8B23-088B1BBAC853}"/>
              </a:ext>
            </a:extLst>
          </p:cNvPr>
          <p:cNvSpPr txBox="1"/>
          <p:nvPr/>
        </p:nvSpPr>
        <p:spPr>
          <a:xfrm>
            <a:off x="15285519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3</a:t>
            </a:r>
          </a:p>
        </p:txBody>
      </p:sp>
      <p:sp>
        <p:nvSpPr>
          <p:cNvPr id="40" name="Freeform: Shape 39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7F24EE4-5258-22CF-68F9-D66D10D1F75C}"/>
              </a:ext>
            </a:extLst>
          </p:cNvPr>
          <p:cNvSpPr/>
          <p:nvPr/>
        </p:nvSpPr>
        <p:spPr>
          <a:xfrm>
            <a:off x="6674691" y="4928595"/>
            <a:ext cx="361950" cy="361950"/>
          </a:xfrm>
          <a:custGeom>
            <a:avLst/>
            <a:gdLst>
              <a:gd name="connsiteX0" fmla="*/ 227210 w 361950"/>
              <a:gd name="connsiteY0" fmla="*/ 106170 h 361950"/>
              <a:gd name="connsiteX1" fmla="*/ 298648 w 361950"/>
              <a:gd name="connsiteY1" fmla="*/ 177608 h 361950"/>
              <a:gd name="connsiteX2" fmla="*/ 298648 w 361950"/>
              <a:gd name="connsiteY2" fmla="*/ 184342 h 361950"/>
              <a:gd name="connsiteX3" fmla="*/ 227210 w 361950"/>
              <a:gd name="connsiteY3" fmla="*/ 255779 h 361950"/>
              <a:gd name="connsiteX4" fmla="*/ 227093 w 361950"/>
              <a:gd name="connsiteY4" fmla="*/ 255897 h 361950"/>
              <a:gd name="connsiteX5" fmla="*/ 220359 w 361950"/>
              <a:gd name="connsiteY5" fmla="*/ 255779 h 361950"/>
              <a:gd name="connsiteX6" fmla="*/ 220476 w 361950"/>
              <a:gd name="connsiteY6" fmla="*/ 249045 h 361950"/>
              <a:gd name="connsiteX7" fmla="*/ 283703 w 361950"/>
              <a:gd name="connsiteY7" fmla="*/ 185818 h 361950"/>
              <a:gd name="connsiteX8" fmla="*/ 283717 w 361950"/>
              <a:gd name="connsiteY8" fmla="*/ 185785 h 361950"/>
              <a:gd name="connsiteX9" fmla="*/ 283670 w 361950"/>
              <a:gd name="connsiteY9" fmla="*/ 185737 h 361950"/>
              <a:gd name="connsiteX10" fmla="*/ 63504 w 361950"/>
              <a:gd name="connsiteY10" fmla="*/ 185737 h 361950"/>
              <a:gd name="connsiteX11" fmla="*/ 58741 w 361950"/>
              <a:gd name="connsiteY11" fmla="*/ 180975 h 361950"/>
              <a:gd name="connsiteX12" fmla="*/ 63504 w 361950"/>
              <a:gd name="connsiteY12" fmla="*/ 176212 h 361950"/>
              <a:gd name="connsiteX13" fmla="*/ 283670 w 361950"/>
              <a:gd name="connsiteY13" fmla="*/ 176212 h 361950"/>
              <a:gd name="connsiteX14" fmla="*/ 283703 w 361950"/>
              <a:gd name="connsiteY14" fmla="*/ 176131 h 361950"/>
              <a:gd name="connsiteX15" fmla="*/ 220476 w 361950"/>
              <a:gd name="connsiteY15" fmla="*/ 112904 h 361950"/>
              <a:gd name="connsiteX16" fmla="*/ 220476 w 361950"/>
              <a:gd name="connsiteY16" fmla="*/ 106287 h 361950"/>
              <a:gd name="connsiteX17" fmla="*/ 227210 w 361950"/>
              <a:gd name="connsiteY17" fmla="*/ 106170 h 361950"/>
              <a:gd name="connsiteX18" fmla="*/ 180975 w 361950"/>
              <a:gd name="connsiteY18" fmla="*/ 9525 h 361950"/>
              <a:gd name="connsiteX19" fmla="*/ 9525 w 361950"/>
              <a:gd name="connsiteY19" fmla="*/ 180975 h 361950"/>
              <a:gd name="connsiteX20" fmla="*/ 180975 w 361950"/>
              <a:gd name="connsiteY20" fmla="*/ 352425 h 361950"/>
              <a:gd name="connsiteX21" fmla="*/ 352425 w 361950"/>
              <a:gd name="connsiteY21" fmla="*/ 180975 h 361950"/>
              <a:gd name="connsiteX22" fmla="*/ 180975 w 361950"/>
              <a:gd name="connsiteY22" fmla="*/ 9525 h 361950"/>
              <a:gd name="connsiteX23" fmla="*/ 180975 w 361950"/>
              <a:gd name="connsiteY23" fmla="*/ 0 h 361950"/>
              <a:gd name="connsiteX24" fmla="*/ 361950 w 361950"/>
              <a:gd name="connsiteY24" fmla="*/ 180975 h 361950"/>
              <a:gd name="connsiteX25" fmla="*/ 180975 w 361950"/>
              <a:gd name="connsiteY25" fmla="*/ 361950 h 361950"/>
              <a:gd name="connsiteX26" fmla="*/ 0 w 361950"/>
              <a:gd name="connsiteY26" fmla="*/ 180975 h 361950"/>
              <a:gd name="connsiteX27" fmla="*/ 180975 w 361950"/>
              <a:gd name="connsiteY27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1950" h="361950">
                <a:moveTo>
                  <a:pt x="227210" y="106170"/>
                </a:moveTo>
                <a:lnTo>
                  <a:pt x="298648" y="177608"/>
                </a:lnTo>
                <a:cubicBezTo>
                  <a:pt x="300507" y="179467"/>
                  <a:pt x="300507" y="182482"/>
                  <a:pt x="298648" y="184342"/>
                </a:cubicBezTo>
                <a:lnTo>
                  <a:pt x="227210" y="255779"/>
                </a:lnTo>
                <a:cubicBezTo>
                  <a:pt x="227172" y="255819"/>
                  <a:pt x="227133" y="255858"/>
                  <a:pt x="227093" y="255897"/>
                </a:cubicBezTo>
                <a:cubicBezTo>
                  <a:pt x="225202" y="257724"/>
                  <a:pt x="222186" y="257672"/>
                  <a:pt x="220359" y="255779"/>
                </a:cubicBezTo>
                <a:cubicBezTo>
                  <a:pt x="218532" y="253887"/>
                  <a:pt x="218584" y="250873"/>
                  <a:pt x="220476" y="249045"/>
                </a:cubicBezTo>
                <a:lnTo>
                  <a:pt x="283703" y="185818"/>
                </a:lnTo>
                <a:cubicBezTo>
                  <a:pt x="283712" y="185810"/>
                  <a:pt x="283717" y="185798"/>
                  <a:pt x="283717" y="185785"/>
                </a:cubicBezTo>
                <a:cubicBezTo>
                  <a:pt x="283717" y="185759"/>
                  <a:pt x="283696" y="185738"/>
                  <a:pt x="283670" y="185737"/>
                </a:cubicBezTo>
                <a:lnTo>
                  <a:pt x="63504" y="185737"/>
                </a:lnTo>
                <a:cubicBezTo>
                  <a:pt x="60873" y="185737"/>
                  <a:pt x="58741" y="183605"/>
                  <a:pt x="58741" y="180975"/>
                </a:cubicBezTo>
                <a:cubicBezTo>
                  <a:pt x="58741" y="178344"/>
                  <a:pt x="60873" y="176212"/>
                  <a:pt x="63504" y="176212"/>
                </a:cubicBezTo>
                <a:lnTo>
                  <a:pt x="283670" y="176212"/>
                </a:lnTo>
                <a:cubicBezTo>
                  <a:pt x="283732" y="176212"/>
                  <a:pt x="283746" y="176174"/>
                  <a:pt x="283703" y="176131"/>
                </a:cubicBezTo>
                <a:lnTo>
                  <a:pt x="220476" y="112904"/>
                </a:lnTo>
                <a:cubicBezTo>
                  <a:pt x="218694" y="111059"/>
                  <a:pt x="218694" y="108133"/>
                  <a:pt x="220476" y="106287"/>
                </a:cubicBezTo>
                <a:cubicBezTo>
                  <a:pt x="222304" y="104395"/>
                  <a:pt x="225318" y="104342"/>
                  <a:pt x="227210" y="106170"/>
                </a:cubicBezTo>
                <a:close/>
                <a:moveTo>
                  <a:pt x="180975" y="9525"/>
                </a:moveTo>
                <a:cubicBezTo>
                  <a:pt x="86327" y="9624"/>
                  <a:pt x="9624" y="86327"/>
                  <a:pt x="9525" y="180975"/>
                </a:cubicBezTo>
                <a:cubicBezTo>
                  <a:pt x="9525" y="275664"/>
                  <a:pt x="86286" y="352425"/>
                  <a:pt x="180975" y="352425"/>
                </a:cubicBezTo>
                <a:cubicBezTo>
                  <a:pt x="275664" y="352425"/>
                  <a:pt x="352425" y="275664"/>
                  <a:pt x="352425" y="180975"/>
                </a:cubicBezTo>
                <a:cubicBezTo>
                  <a:pt x="352425" y="86285"/>
                  <a:pt x="275664" y="9525"/>
                  <a:pt x="180975" y="9525"/>
                </a:cubicBezTo>
                <a:close/>
                <a:moveTo>
                  <a:pt x="180975" y="0"/>
                </a:moveTo>
                <a:cubicBezTo>
                  <a:pt x="280925" y="0"/>
                  <a:pt x="361950" y="81025"/>
                  <a:pt x="361950" y="180975"/>
                </a:cubicBezTo>
                <a:cubicBezTo>
                  <a:pt x="361950" y="280925"/>
                  <a:pt x="280925" y="361950"/>
                  <a:pt x="180975" y="361950"/>
                </a:cubicBezTo>
                <a:cubicBezTo>
                  <a:pt x="81026" y="361950"/>
                  <a:pt x="0" y="280925"/>
                  <a:pt x="0" y="180975"/>
                </a:cubicBezTo>
                <a:cubicBezTo>
                  <a:pt x="0" y="81025"/>
                  <a:pt x="81026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F52B2D2-8CBC-DBC5-BCE5-F75EB0E70055}"/>
              </a:ext>
            </a:extLst>
          </p:cNvPr>
          <p:cNvSpPr/>
          <p:nvPr/>
        </p:nvSpPr>
        <p:spPr>
          <a:xfrm flipH="1">
            <a:off x="6042024" y="4928595"/>
            <a:ext cx="361950" cy="361950"/>
          </a:xfrm>
          <a:custGeom>
            <a:avLst/>
            <a:gdLst>
              <a:gd name="connsiteX0" fmla="*/ 227209 w 361950"/>
              <a:gd name="connsiteY0" fmla="*/ 106170 h 361950"/>
              <a:gd name="connsiteX1" fmla="*/ 220475 w 361950"/>
              <a:gd name="connsiteY1" fmla="*/ 106287 h 361950"/>
              <a:gd name="connsiteX2" fmla="*/ 220475 w 361950"/>
              <a:gd name="connsiteY2" fmla="*/ 112904 h 361950"/>
              <a:gd name="connsiteX3" fmla="*/ 283702 w 361950"/>
              <a:gd name="connsiteY3" fmla="*/ 176131 h 361950"/>
              <a:gd name="connsiteX4" fmla="*/ 283669 w 361950"/>
              <a:gd name="connsiteY4" fmla="*/ 176212 h 361950"/>
              <a:gd name="connsiteX5" fmla="*/ 63503 w 361950"/>
              <a:gd name="connsiteY5" fmla="*/ 176212 h 361950"/>
              <a:gd name="connsiteX6" fmla="*/ 58740 w 361950"/>
              <a:gd name="connsiteY6" fmla="*/ 180975 h 361950"/>
              <a:gd name="connsiteX7" fmla="*/ 63503 w 361950"/>
              <a:gd name="connsiteY7" fmla="*/ 185737 h 361950"/>
              <a:gd name="connsiteX8" fmla="*/ 283669 w 361950"/>
              <a:gd name="connsiteY8" fmla="*/ 185737 h 361950"/>
              <a:gd name="connsiteX9" fmla="*/ 283716 w 361950"/>
              <a:gd name="connsiteY9" fmla="*/ 185785 h 361950"/>
              <a:gd name="connsiteX10" fmla="*/ 283702 w 361950"/>
              <a:gd name="connsiteY10" fmla="*/ 185818 h 361950"/>
              <a:gd name="connsiteX11" fmla="*/ 220475 w 361950"/>
              <a:gd name="connsiteY11" fmla="*/ 249045 h 361950"/>
              <a:gd name="connsiteX12" fmla="*/ 220358 w 361950"/>
              <a:gd name="connsiteY12" fmla="*/ 255779 h 361950"/>
              <a:gd name="connsiteX13" fmla="*/ 227092 w 361950"/>
              <a:gd name="connsiteY13" fmla="*/ 255897 h 361950"/>
              <a:gd name="connsiteX14" fmla="*/ 227209 w 361950"/>
              <a:gd name="connsiteY14" fmla="*/ 255779 h 361950"/>
              <a:gd name="connsiteX15" fmla="*/ 298647 w 361950"/>
              <a:gd name="connsiteY15" fmla="*/ 184342 h 361950"/>
              <a:gd name="connsiteX16" fmla="*/ 298647 w 361950"/>
              <a:gd name="connsiteY16" fmla="*/ 177608 h 361950"/>
              <a:gd name="connsiteX17" fmla="*/ 180975 w 361950"/>
              <a:gd name="connsiteY17" fmla="*/ 9525 h 361950"/>
              <a:gd name="connsiteX18" fmla="*/ 352425 w 361950"/>
              <a:gd name="connsiteY18" fmla="*/ 180975 h 361950"/>
              <a:gd name="connsiteX19" fmla="*/ 180975 w 361950"/>
              <a:gd name="connsiteY19" fmla="*/ 352425 h 361950"/>
              <a:gd name="connsiteX20" fmla="*/ 9525 w 361950"/>
              <a:gd name="connsiteY20" fmla="*/ 180975 h 361950"/>
              <a:gd name="connsiteX21" fmla="*/ 180975 w 361950"/>
              <a:gd name="connsiteY21" fmla="*/ 9525 h 361950"/>
              <a:gd name="connsiteX22" fmla="*/ 180975 w 361950"/>
              <a:gd name="connsiteY22" fmla="*/ 0 h 361950"/>
              <a:gd name="connsiteX23" fmla="*/ 0 w 361950"/>
              <a:gd name="connsiteY23" fmla="*/ 180975 h 361950"/>
              <a:gd name="connsiteX24" fmla="*/ 180975 w 361950"/>
              <a:gd name="connsiteY24" fmla="*/ 361950 h 361950"/>
              <a:gd name="connsiteX25" fmla="*/ 361950 w 361950"/>
              <a:gd name="connsiteY25" fmla="*/ 180975 h 361950"/>
              <a:gd name="connsiteX26" fmla="*/ 180975 w 361950"/>
              <a:gd name="connsiteY26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1950" h="361950">
                <a:moveTo>
                  <a:pt x="227209" y="106170"/>
                </a:moveTo>
                <a:cubicBezTo>
                  <a:pt x="225317" y="104342"/>
                  <a:pt x="222303" y="104395"/>
                  <a:pt x="220475" y="106287"/>
                </a:cubicBezTo>
                <a:cubicBezTo>
                  <a:pt x="218693" y="108133"/>
                  <a:pt x="218693" y="111059"/>
                  <a:pt x="220475" y="112904"/>
                </a:cubicBezTo>
                <a:lnTo>
                  <a:pt x="283702" y="176131"/>
                </a:lnTo>
                <a:cubicBezTo>
                  <a:pt x="283745" y="176174"/>
                  <a:pt x="283731" y="176212"/>
                  <a:pt x="283669" y="176212"/>
                </a:cubicBezTo>
                <a:lnTo>
                  <a:pt x="63503" y="176212"/>
                </a:lnTo>
                <a:cubicBezTo>
                  <a:pt x="60872" y="176212"/>
                  <a:pt x="58740" y="178344"/>
                  <a:pt x="58740" y="180975"/>
                </a:cubicBezTo>
                <a:cubicBezTo>
                  <a:pt x="58740" y="183605"/>
                  <a:pt x="60872" y="185737"/>
                  <a:pt x="63503" y="185737"/>
                </a:cubicBezTo>
                <a:lnTo>
                  <a:pt x="283669" y="185737"/>
                </a:lnTo>
                <a:cubicBezTo>
                  <a:pt x="283695" y="185738"/>
                  <a:pt x="283716" y="185759"/>
                  <a:pt x="283716" y="185785"/>
                </a:cubicBezTo>
                <a:cubicBezTo>
                  <a:pt x="283716" y="185798"/>
                  <a:pt x="283711" y="185810"/>
                  <a:pt x="283702" y="185818"/>
                </a:cubicBezTo>
                <a:lnTo>
                  <a:pt x="220475" y="249045"/>
                </a:lnTo>
                <a:cubicBezTo>
                  <a:pt x="218583" y="250873"/>
                  <a:pt x="218531" y="253887"/>
                  <a:pt x="220358" y="255779"/>
                </a:cubicBezTo>
                <a:cubicBezTo>
                  <a:pt x="222185" y="257672"/>
                  <a:pt x="225201" y="257724"/>
                  <a:pt x="227092" y="255897"/>
                </a:cubicBezTo>
                <a:cubicBezTo>
                  <a:pt x="227132" y="255858"/>
                  <a:pt x="227171" y="255819"/>
                  <a:pt x="227209" y="255779"/>
                </a:cubicBezTo>
                <a:lnTo>
                  <a:pt x="298647" y="184342"/>
                </a:lnTo>
                <a:cubicBezTo>
                  <a:pt x="300506" y="182482"/>
                  <a:pt x="300506" y="179467"/>
                  <a:pt x="298647" y="177608"/>
                </a:cubicBezTo>
                <a:close/>
                <a:moveTo>
                  <a:pt x="180975" y="9525"/>
                </a:moveTo>
                <a:cubicBezTo>
                  <a:pt x="275664" y="9525"/>
                  <a:pt x="352425" y="86285"/>
                  <a:pt x="352425" y="180975"/>
                </a:cubicBezTo>
                <a:cubicBezTo>
                  <a:pt x="352425" y="275664"/>
                  <a:pt x="275664" y="352425"/>
                  <a:pt x="180975" y="352425"/>
                </a:cubicBezTo>
                <a:cubicBezTo>
                  <a:pt x="86286" y="352425"/>
                  <a:pt x="9525" y="275664"/>
                  <a:pt x="9525" y="180975"/>
                </a:cubicBezTo>
                <a:cubicBezTo>
                  <a:pt x="9624" y="86327"/>
                  <a:pt x="86327" y="9624"/>
                  <a:pt x="180975" y="9525"/>
                </a:cubicBezTo>
                <a:close/>
                <a:moveTo>
                  <a:pt x="180975" y="0"/>
                </a:moveTo>
                <a:cubicBezTo>
                  <a:pt x="81026" y="0"/>
                  <a:pt x="0" y="81025"/>
                  <a:pt x="0" y="180975"/>
                </a:cubicBezTo>
                <a:cubicBezTo>
                  <a:pt x="0" y="280925"/>
                  <a:pt x="81026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50" y="81025"/>
                  <a:pt x="280925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E8F3CFE-B61C-196A-EF87-0363A19A6DA5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hlinkClick r:id="rId8" action="ppaction://hlinksldjump"/>
            <a:extLst>
              <a:ext uri="{FF2B5EF4-FFF2-40B4-BE49-F238E27FC236}">
                <a16:creationId xmlns:a16="http://schemas.microsoft.com/office/drawing/2014/main" id="{D17DF177-A2E8-CCED-2A87-95ABEE5B63F0}"/>
              </a:ext>
            </a:extLst>
          </p:cNvPr>
          <p:cNvSpPr/>
          <p:nvPr/>
        </p:nvSpPr>
        <p:spPr>
          <a:xfrm>
            <a:off x="571500" y="772615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hlinkClick r:id="rId9" action="ppaction://hlinksldjump"/>
            <a:extLst>
              <a:ext uri="{FF2B5EF4-FFF2-40B4-BE49-F238E27FC236}">
                <a16:creationId xmlns:a16="http://schemas.microsoft.com/office/drawing/2014/main" id="{2DDCB084-038A-DD69-9695-16B476375C16}"/>
              </a:ext>
            </a:extLst>
          </p:cNvPr>
          <p:cNvSpPr/>
          <p:nvPr/>
        </p:nvSpPr>
        <p:spPr>
          <a:xfrm>
            <a:off x="571500" y="2056358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hlinkClick r:id="rId10" action="ppaction://hlinksldjump"/>
            <a:extLst>
              <a:ext uri="{FF2B5EF4-FFF2-40B4-BE49-F238E27FC236}">
                <a16:creationId xmlns:a16="http://schemas.microsoft.com/office/drawing/2014/main" id="{2CAE00B7-3FCC-FC96-07CD-B65F394FFFAD}"/>
              </a:ext>
            </a:extLst>
          </p:cNvPr>
          <p:cNvSpPr/>
          <p:nvPr/>
        </p:nvSpPr>
        <p:spPr>
          <a:xfrm>
            <a:off x="571500" y="3340101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hlinkClick r:id="rId11" action="ppaction://hlinksldjump"/>
            <a:extLst>
              <a:ext uri="{FF2B5EF4-FFF2-40B4-BE49-F238E27FC236}">
                <a16:creationId xmlns:a16="http://schemas.microsoft.com/office/drawing/2014/main" id="{D53EC54C-C7A1-329B-2809-322FD357C57E}"/>
              </a:ext>
            </a:extLst>
          </p:cNvPr>
          <p:cNvSpPr/>
          <p:nvPr/>
        </p:nvSpPr>
        <p:spPr>
          <a:xfrm>
            <a:off x="474134" y="4526478"/>
            <a:ext cx="372532" cy="3725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hlinkClick r:id="rId12" action="ppaction://hlinksldjump"/>
            <a:extLst>
              <a:ext uri="{FF2B5EF4-FFF2-40B4-BE49-F238E27FC236}">
                <a16:creationId xmlns:a16="http://schemas.microsoft.com/office/drawing/2014/main" id="{C0A5D6B3-CE31-D605-DCCF-6C8346CD58FF}"/>
              </a:ext>
            </a:extLst>
          </p:cNvPr>
          <p:cNvSpPr/>
          <p:nvPr/>
        </p:nvSpPr>
        <p:spPr>
          <a:xfrm>
            <a:off x="571500" y="5907586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9D1685-8B17-E192-51F6-EDA415D70540}"/>
              </a:ext>
            </a:extLst>
          </p:cNvPr>
          <p:cNvSpPr txBox="1"/>
          <p:nvPr/>
        </p:nvSpPr>
        <p:spPr>
          <a:xfrm>
            <a:off x="1320797" y="1869934"/>
            <a:ext cx="4110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About Thermosphere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04075B-21C9-DA1F-B936-AFEDCB9E81F2}"/>
              </a:ext>
            </a:extLst>
          </p:cNvPr>
          <p:cNvSpPr txBox="1"/>
          <p:nvPr/>
        </p:nvSpPr>
        <p:spPr>
          <a:xfrm>
            <a:off x="1320798" y="2506267"/>
            <a:ext cx="41105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85 km to 600 km (53–373 miles).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Temperature increases dramatically with altitude, up to 2,500°C (4,500°F), but feels cold due to thin air.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Contains the ionosphere, which facilitates radio communication by reflecting radio waves.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Aurora phenomena (Northern and Southern Lights) occur here.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Specialty: Crucial for satellite operations and communication 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CF35A185-3D8C-3254-3C37-39030BE48E5F}"/>
              </a:ext>
            </a:extLst>
          </p:cNvPr>
          <p:cNvSpPr/>
          <p:nvPr/>
        </p:nvSpPr>
        <p:spPr>
          <a:xfrm>
            <a:off x="1359784" y="3996447"/>
            <a:ext cx="1150144" cy="337746"/>
          </a:xfrm>
          <a:prstGeom prst="roundRect">
            <a:avLst>
              <a:gd name="adj" fmla="val 4122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Layers </a:t>
            </a:r>
          </a:p>
        </p:txBody>
      </p:sp>
    </p:spTree>
    <p:extLst>
      <p:ext uri="{BB962C8B-B14F-4D97-AF65-F5344CB8AC3E}">
        <p14:creationId xmlns:p14="http://schemas.microsoft.com/office/powerpoint/2010/main" val="872183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B8C62B3-882B-E1ED-8965-C50BF13703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24FEB028-7F85-E724-80F3-5D20AEA911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6" r="6826"/>
          <a:stretch>
            <a:fillRect/>
          </a:stretch>
        </p:blipFill>
        <p:spPr/>
      </p:pic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9C3AF1EA-B12F-68C3-4D4D-B6F4F58E8DD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99" b="8799"/>
          <a:stretch>
            <a:fillRect/>
          </a:stretch>
        </p:blipFill>
        <p:spPr/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9C909B89-4CC0-9C19-2FAB-E816AF928B7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19" b="13419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D01DA302-F7F5-71D9-5344-4DC83F7C37F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56" b="7756"/>
          <a:stretch>
            <a:fillRect/>
          </a:stretch>
        </p:blipFill>
        <p:spPr/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A4EE8940-7F24-67AC-66E4-63E12C1AB01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5" b="6055"/>
          <a:stretch>
            <a:fillRect/>
          </a:stretch>
        </p:blipFill>
        <p:spPr/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0B2D0FA-FA89-C051-735B-DDD82A805344}"/>
              </a:ext>
            </a:extLst>
          </p:cNvPr>
          <p:cNvSpPr txBox="1"/>
          <p:nvPr/>
        </p:nvSpPr>
        <p:spPr>
          <a:xfrm>
            <a:off x="6245187" y="4147479"/>
            <a:ext cx="1975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Exosphere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97EAE5-8785-48C5-BB0B-06787EAD48B9}"/>
              </a:ext>
            </a:extLst>
          </p:cNvPr>
          <p:cNvSpPr txBox="1"/>
          <p:nvPr/>
        </p:nvSpPr>
        <p:spPr>
          <a:xfrm>
            <a:off x="6245187" y="4360636"/>
            <a:ext cx="19759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1C5647-79B7-812D-DB53-86903E02CC3F}"/>
              </a:ext>
            </a:extLst>
          </p:cNvPr>
          <p:cNvSpPr txBox="1"/>
          <p:nvPr/>
        </p:nvSpPr>
        <p:spPr>
          <a:xfrm>
            <a:off x="8939805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Troposphere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78783C-B0AB-B8DD-6DA1-84352C446E9D}"/>
              </a:ext>
            </a:extLst>
          </p:cNvPr>
          <p:cNvSpPr txBox="1"/>
          <p:nvPr/>
        </p:nvSpPr>
        <p:spPr>
          <a:xfrm>
            <a:off x="8939805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B93019-193D-9DE5-2838-6551158A913F}"/>
              </a:ext>
            </a:extLst>
          </p:cNvPr>
          <p:cNvSpPr txBox="1"/>
          <p:nvPr/>
        </p:nvSpPr>
        <p:spPr>
          <a:xfrm>
            <a:off x="11055043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Stratosphere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AB8AE3-00A4-E767-5749-A40338091405}"/>
              </a:ext>
            </a:extLst>
          </p:cNvPr>
          <p:cNvSpPr txBox="1"/>
          <p:nvPr/>
        </p:nvSpPr>
        <p:spPr>
          <a:xfrm>
            <a:off x="11055043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11B63D-6D43-6E47-C9F8-200AA1ED9B36}"/>
              </a:ext>
            </a:extLst>
          </p:cNvPr>
          <p:cNvSpPr txBox="1"/>
          <p:nvPr/>
        </p:nvSpPr>
        <p:spPr>
          <a:xfrm>
            <a:off x="13170281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Canada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22F73F-A39F-961D-18F8-F29E9431C8EF}"/>
              </a:ext>
            </a:extLst>
          </p:cNvPr>
          <p:cNvSpPr txBox="1"/>
          <p:nvPr/>
        </p:nvSpPr>
        <p:spPr>
          <a:xfrm>
            <a:off x="13170281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2228CC-FA9F-B23C-2625-03B2EB076056}"/>
              </a:ext>
            </a:extLst>
          </p:cNvPr>
          <p:cNvSpPr txBox="1"/>
          <p:nvPr/>
        </p:nvSpPr>
        <p:spPr>
          <a:xfrm>
            <a:off x="15285519" y="3530030"/>
            <a:ext cx="18016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 ExtraBold" panose="00000900000000000000" pitchFamily="2" charset="0"/>
                <a:cs typeface="Poppins ExtraBold" panose="00000900000000000000" pitchFamily="2" charset="0"/>
              </a:rPr>
              <a:t>Japan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25EA9-2437-BADC-077A-5155D5DE4691}"/>
              </a:ext>
            </a:extLst>
          </p:cNvPr>
          <p:cNvSpPr txBox="1"/>
          <p:nvPr/>
        </p:nvSpPr>
        <p:spPr>
          <a:xfrm>
            <a:off x="15285519" y="3705087"/>
            <a:ext cx="18016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 panose="00000500000000000000" pitchFamily="2" charset="0"/>
                <a:cs typeface="Poppins" panose="00000500000000000000" pitchFamily="2" charset="0"/>
              </a:rPr>
              <a:t>Layer 4</a:t>
            </a:r>
          </a:p>
        </p:txBody>
      </p:sp>
      <p:sp>
        <p:nvSpPr>
          <p:cNvPr id="41" name="Freeform: Shape 4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55F8418-50FB-820B-802B-FD09F33ACD39}"/>
              </a:ext>
            </a:extLst>
          </p:cNvPr>
          <p:cNvSpPr/>
          <p:nvPr/>
        </p:nvSpPr>
        <p:spPr>
          <a:xfrm>
            <a:off x="6674691" y="4928595"/>
            <a:ext cx="361950" cy="361950"/>
          </a:xfrm>
          <a:custGeom>
            <a:avLst/>
            <a:gdLst>
              <a:gd name="connsiteX0" fmla="*/ 227210 w 361950"/>
              <a:gd name="connsiteY0" fmla="*/ 106170 h 361950"/>
              <a:gd name="connsiteX1" fmla="*/ 298648 w 361950"/>
              <a:gd name="connsiteY1" fmla="*/ 177608 h 361950"/>
              <a:gd name="connsiteX2" fmla="*/ 298648 w 361950"/>
              <a:gd name="connsiteY2" fmla="*/ 184342 h 361950"/>
              <a:gd name="connsiteX3" fmla="*/ 227210 w 361950"/>
              <a:gd name="connsiteY3" fmla="*/ 255779 h 361950"/>
              <a:gd name="connsiteX4" fmla="*/ 227093 w 361950"/>
              <a:gd name="connsiteY4" fmla="*/ 255897 h 361950"/>
              <a:gd name="connsiteX5" fmla="*/ 220359 w 361950"/>
              <a:gd name="connsiteY5" fmla="*/ 255779 h 361950"/>
              <a:gd name="connsiteX6" fmla="*/ 220476 w 361950"/>
              <a:gd name="connsiteY6" fmla="*/ 249045 h 361950"/>
              <a:gd name="connsiteX7" fmla="*/ 283703 w 361950"/>
              <a:gd name="connsiteY7" fmla="*/ 185818 h 361950"/>
              <a:gd name="connsiteX8" fmla="*/ 283717 w 361950"/>
              <a:gd name="connsiteY8" fmla="*/ 185785 h 361950"/>
              <a:gd name="connsiteX9" fmla="*/ 283670 w 361950"/>
              <a:gd name="connsiteY9" fmla="*/ 185737 h 361950"/>
              <a:gd name="connsiteX10" fmla="*/ 63504 w 361950"/>
              <a:gd name="connsiteY10" fmla="*/ 185737 h 361950"/>
              <a:gd name="connsiteX11" fmla="*/ 58741 w 361950"/>
              <a:gd name="connsiteY11" fmla="*/ 180975 h 361950"/>
              <a:gd name="connsiteX12" fmla="*/ 63504 w 361950"/>
              <a:gd name="connsiteY12" fmla="*/ 176212 h 361950"/>
              <a:gd name="connsiteX13" fmla="*/ 283670 w 361950"/>
              <a:gd name="connsiteY13" fmla="*/ 176212 h 361950"/>
              <a:gd name="connsiteX14" fmla="*/ 283703 w 361950"/>
              <a:gd name="connsiteY14" fmla="*/ 176131 h 361950"/>
              <a:gd name="connsiteX15" fmla="*/ 220476 w 361950"/>
              <a:gd name="connsiteY15" fmla="*/ 112904 h 361950"/>
              <a:gd name="connsiteX16" fmla="*/ 220476 w 361950"/>
              <a:gd name="connsiteY16" fmla="*/ 106287 h 361950"/>
              <a:gd name="connsiteX17" fmla="*/ 227210 w 361950"/>
              <a:gd name="connsiteY17" fmla="*/ 106170 h 361950"/>
              <a:gd name="connsiteX18" fmla="*/ 180975 w 361950"/>
              <a:gd name="connsiteY18" fmla="*/ 9525 h 361950"/>
              <a:gd name="connsiteX19" fmla="*/ 9525 w 361950"/>
              <a:gd name="connsiteY19" fmla="*/ 180975 h 361950"/>
              <a:gd name="connsiteX20" fmla="*/ 180975 w 361950"/>
              <a:gd name="connsiteY20" fmla="*/ 352425 h 361950"/>
              <a:gd name="connsiteX21" fmla="*/ 352425 w 361950"/>
              <a:gd name="connsiteY21" fmla="*/ 180975 h 361950"/>
              <a:gd name="connsiteX22" fmla="*/ 180975 w 361950"/>
              <a:gd name="connsiteY22" fmla="*/ 9525 h 361950"/>
              <a:gd name="connsiteX23" fmla="*/ 180975 w 361950"/>
              <a:gd name="connsiteY23" fmla="*/ 0 h 361950"/>
              <a:gd name="connsiteX24" fmla="*/ 361950 w 361950"/>
              <a:gd name="connsiteY24" fmla="*/ 180975 h 361950"/>
              <a:gd name="connsiteX25" fmla="*/ 180975 w 361950"/>
              <a:gd name="connsiteY25" fmla="*/ 361950 h 361950"/>
              <a:gd name="connsiteX26" fmla="*/ 0 w 361950"/>
              <a:gd name="connsiteY26" fmla="*/ 180975 h 361950"/>
              <a:gd name="connsiteX27" fmla="*/ 180975 w 361950"/>
              <a:gd name="connsiteY27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1950" h="361950">
                <a:moveTo>
                  <a:pt x="227210" y="106170"/>
                </a:moveTo>
                <a:lnTo>
                  <a:pt x="298648" y="177608"/>
                </a:lnTo>
                <a:cubicBezTo>
                  <a:pt x="300507" y="179467"/>
                  <a:pt x="300507" y="182482"/>
                  <a:pt x="298648" y="184342"/>
                </a:cubicBezTo>
                <a:lnTo>
                  <a:pt x="227210" y="255779"/>
                </a:lnTo>
                <a:cubicBezTo>
                  <a:pt x="227172" y="255819"/>
                  <a:pt x="227133" y="255858"/>
                  <a:pt x="227093" y="255897"/>
                </a:cubicBezTo>
                <a:cubicBezTo>
                  <a:pt x="225202" y="257724"/>
                  <a:pt x="222186" y="257672"/>
                  <a:pt x="220359" y="255779"/>
                </a:cubicBezTo>
                <a:cubicBezTo>
                  <a:pt x="218532" y="253887"/>
                  <a:pt x="218584" y="250873"/>
                  <a:pt x="220476" y="249045"/>
                </a:cubicBezTo>
                <a:lnTo>
                  <a:pt x="283703" y="185818"/>
                </a:lnTo>
                <a:cubicBezTo>
                  <a:pt x="283712" y="185810"/>
                  <a:pt x="283717" y="185798"/>
                  <a:pt x="283717" y="185785"/>
                </a:cubicBezTo>
                <a:cubicBezTo>
                  <a:pt x="283717" y="185759"/>
                  <a:pt x="283696" y="185738"/>
                  <a:pt x="283670" y="185737"/>
                </a:cubicBezTo>
                <a:lnTo>
                  <a:pt x="63504" y="185737"/>
                </a:lnTo>
                <a:cubicBezTo>
                  <a:pt x="60873" y="185737"/>
                  <a:pt x="58741" y="183605"/>
                  <a:pt x="58741" y="180975"/>
                </a:cubicBezTo>
                <a:cubicBezTo>
                  <a:pt x="58741" y="178344"/>
                  <a:pt x="60873" y="176212"/>
                  <a:pt x="63504" y="176212"/>
                </a:cubicBezTo>
                <a:lnTo>
                  <a:pt x="283670" y="176212"/>
                </a:lnTo>
                <a:cubicBezTo>
                  <a:pt x="283732" y="176212"/>
                  <a:pt x="283746" y="176174"/>
                  <a:pt x="283703" y="176131"/>
                </a:cubicBezTo>
                <a:lnTo>
                  <a:pt x="220476" y="112904"/>
                </a:lnTo>
                <a:cubicBezTo>
                  <a:pt x="218694" y="111059"/>
                  <a:pt x="218694" y="108133"/>
                  <a:pt x="220476" y="106287"/>
                </a:cubicBezTo>
                <a:cubicBezTo>
                  <a:pt x="222304" y="104395"/>
                  <a:pt x="225318" y="104342"/>
                  <a:pt x="227210" y="106170"/>
                </a:cubicBezTo>
                <a:close/>
                <a:moveTo>
                  <a:pt x="180975" y="9525"/>
                </a:moveTo>
                <a:cubicBezTo>
                  <a:pt x="86327" y="9624"/>
                  <a:pt x="9624" y="86327"/>
                  <a:pt x="9525" y="180975"/>
                </a:cubicBezTo>
                <a:cubicBezTo>
                  <a:pt x="9525" y="275664"/>
                  <a:pt x="86286" y="352425"/>
                  <a:pt x="180975" y="352425"/>
                </a:cubicBezTo>
                <a:cubicBezTo>
                  <a:pt x="275664" y="352425"/>
                  <a:pt x="352425" y="275664"/>
                  <a:pt x="352425" y="180975"/>
                </a:cubicBezTo>
                <a:cubicBezTo>
                  <a:pt x="352425" y="86285"/>
                  <a:pt x="275664" y="9525"/>
                  <a:pt x="180975" y="9525"/>
                </a:cubicBezTo>
                <a:close/>
                <a:moveTo>
                  <a:pt x="180975" y="0"/>
                </a:moveTo>
                <a:cubicBezTo>
                  <a:pt x="280925" y="0"/>
                  <a:pt x="361950" y="81025"/>
                  <a:pt x="361950" y="180975"/>
                </a:cubicBezTo>
                <a:cubicBezTo>
                  <a:pt x="361950" y="280925"/>
                  <a:pt x="280925" y="361950"/>
                  <a:pt x="180975" y="361950"/>
                </a:cubicBezTo>
                <a:cubicBezTo>
                  <a:pt x="81026" y="361950"/>
                  <a:pt x="0" y="280925"/>
                  <a:pt x="0" y="180975"/>
                </a:cubicBezTo>
                <a:cubicBezTo>
                  <a:pt x="0" y="81025"/>
                  <a:pt x="81026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: Shape 41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2015EF8-A262-5526-DB02-277173AF41D6}"/>
              </a:ext>
            </a:extLst>
          </p:cNvPr>
          <p:cNvSpPr/>
          <p:nvPr/>
        </p:nvSpPr>
        <p:spPr>
          <a:xfrm flipH="1">
            <a:off x="6042024" y="4928595"/>
            <a:ext cx="361950" cy="361950"/>
          </a:xfrm>
          <a:custGeom>
            <a:avLst/>
            <a:gdLst>
              <a:gd name="connsiteX0" fmla="*/ 227209 w 361950"/>
              <a:gd name="connsiteY0" fmla="*/ 106170 h 361950"/>
              <a:gd name="connsiteX1" fmla="*/ 220475 w 361950"/>
              <a:gd name="connsiteY1" fmla="*/ 106287 h 361950"/>
              <a:gd name="connsiteX2" fmla="*/ 220475 w 361950"/>
              <a:gd name="connsiteY2" fmla="*/ 112904 h 361950"/>
              <a:gd name="connsiteX3" fmla="*/ 283702 w 361950"/>
              <a:gd name="connsiteY3" fmla="*/ 176131 h 361950"/>
              <a:gd name="connsiteX4" fmla="*/ 283669 w 361950"/>
              <a:gd name="connsiteY4" fmla="*/ 176212 h 361950"/>
              <a:gd name="connsiteX5" fmla="*/ 63503 w 361950"/>
              <a:gd name="connsiteY5" fmla="*/ 176212 h 361950"/>
              <a:gd name="connsiteX6" fmla="*/ 58740 w 361950"/>
              <a:gd name="connsiteY6" fmla="*/ 180975 h 361950"/>
              <a:gd name="connsiteX7" fmla="*/ 63503 w 361950"/>
              <a:gd name="connsiteY7" fmla="*/ 185737 h 361950"/>
              <a:gd name="connsiteX8" fmla="*/ 283669 w 361950"/>
              <a:gd name="connsiteY8" fmla="*/ 185737 h 361950"/>
              <a:gd name="connsiteX9" fmla="*/ 283716 w 361950"/>
              <a:gd name="connsiteY9" fmla="*/ 185785 h 361950"/>
              <a:gd name="connsiteX10" fmla="*/ 283702 w 361950"/>
              <a:gd name="connsiteY10" fmla="*/ 185818 h 361950"/>
              <a:gd name="connsiteX11" fmla="*/ 220475 w 361950"/>
              <a:gd name="connsiteY11" fmla="*/ 249045 h 361950"/>
              <a:gd name="connsiteX12" fmla="*/ 220358 w 361950"/>
              <a:gd name="connsiteY12" fmla="*/ 255779 h 361950"/>
              <a:gd name="connsiteX13" fmla="*/ 227092 w 361950"/>
              <a:gd name="connsiteY13" fmla="*/ 255897 h 361950"/>
              <a:gd name="connsiteX14" fmla="*/ 227209 w 361950"/>
              <a:gd name="connsiteY14" fmla="*/ 255779 h 361950"/>
              <a:gd name="connsiteX15" fmla="*/ 298647 w 361950"/>
              <a:gd name="connsiteY15" fmla="*/ 184342 h 361950"/>
              <a:gd name="connsiteX16" fmla="*/ 298647 w 361950"/>
              <a:gd name="connsiteY16" fmla="*/ 177608 h 361950"/>
              <a:gd name="connsiteX17" fmla="*/ 180975 w 361950"/>
              <a:gd name="connsiteY17" fmla="*/ 9525 h 361950"/>
              <a:gd name="connsiteX18" fmla="*/ 352425 w 361950"/>
              <a:gd name="connsiteY18" fmla="*/ 180975 h 361950"/>
              <a:gd name="connsiteX19" fmla="*/ 180975 w 361950"/>
              <a:gd name="connsiteY19" fmla="*/ 352425 h 361950"/>
              <a:gd name="connsiteX20" fmla="*/ 9525 w 361950"/>
              <a:gd name="connsiteY20" fmla="*/ 180975 h 361950"/>
              <a:gd name="connsiteX21" fmla="*/ 180975 w 361950"/>
              <a:gd name="connsiteY21" fmla="*/ 9525 h 361950"/>
              <a:gd name="connsiteX22" fmla="*/ 180975 w 361950"/>
              <a:gd name="connsiteY22" fmla="*/ 0 h 361950"/>
              <a:gd name="connsiteX23" fmla="*/ 0 w 361950"/>
              <a:gd name="connsiteY23" fmla="*/ 180975 h 361950"/>
              <a:gd name="connsiteX24" fmla="*/ 180975 w 361950"/>
              <a:gd name="connsiteY24" fmla="*/ 361950 h 361950"/>
              <a:gd name="connsiteX25" fmla="*/ 361950 w 361950"/>
              <a:gd name="connsiteY25" fmla="*/ 180975 h 361950"/>
              <a:gd name="connsiteX26" fmla="*/ 180975 w 361950"/>
              <a:gd name="connsiteY26" fmla="*/ 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1950" h="361950">
                <a:moveTo>
                  <a:pt x="227209" y="106170"/>
                </a:moveTo>
                <a:cubicBezTo>
                  <a:pt x="225317" y="104342"/>
                  <a:pt x="222303" y="104395"/>
                  <a:pt x="220475" y="106287"/>
                </a:cubicBezTo>
                <a:cubicBezTo>
                  <a:pt x="218693" y="108133"/>
                  <a:pt x="218693" y="111059"/>
                  <a:pt x="220475" y="112904"/>
                </a:cubicBezTo>
                <a:lnTo>
                  <a:pt x="283702" y="176131"/>
                </a:lnTo>
                <a:cubicBezTo>
                  <a:pt x="283745" y="176174"/>
                  <a:pt x="283731" y="176212"/>
                  <a:pt x="283669" y="176212"/>
                </a:cubicBezTo>
                <a:lnTo>
                  <a:pt x="63503" y="176212"/>
                </a:lnTo>
                <a:cubicBezTo>
                  <a:pt x="60872" y="176212"/>
                  <a:pt x="58740" y="178344"/>
                  <a:pt x="58740" y="180975"/>
                </a:cubicBezTo>
                <a:cubicBezTo>
                  <a:pt x="58740" y="183605"/>
                  <a:pt x="60872" y="185737"/>
                  <a:pt x="63503" y="185737"/>
                </a:cubicBezTo>
                <a:lnTo>
                  <a:pt x="283669" y="185737"/>
                </a:lnTo>
                <a:cubicBezTo>
                  <a:pt x="283695" y="185738"/>
                  <a:pt x="283716" y="185759"/>
                  <a:pt x="283716" y="185785"/>
                </a:cubicBezTo>
                <a:cubicBezTo>
                  <a:pt x="283716" y="185798"/>
                  <a:pt x="283711" y="185810"/>
                  <a:pt x="283702" y="185818"/>
                </a:cubicBezTo>
                <a:lnTo>
                  <a:pt x="220475" y="249045"/>
                </a:lnTo>
                <a:cubicBezTo>
                  <a:pt x="218583" y="250873"/>
                  <a:pt x="218531" y="253887"/>
                  <a:pt x="220358" y="255779"/>
                </a:cubicBezTo>
                <a:cubicBezTo>
                  <a:pt x="222185" y="257672"/>
                  <a:pt x="225201" y="257724"/>
                  <a:pt x="227092" y="255897"/>
                </a:cubicBezTo>
                <a:cubicBezTo>
                  <a:pt x="227132" y="255858"/>
                  <a:pt x="227171" y="255819"/>
                  <a:pt x="227209" y="255779"/>
                </a:cubicBezTo>
                <a:lnTo>
                  <a:pt x="298647" y="184342"/>
                </a:lnTo>
                <a:cubicBezTo>
                  <a:pt x="300506" y="182482"/>
                  <a:pt x="300506" y="179467"/>
                  <a:pt x="298647" y="177608"/>
                </a:cubicBezTo>
                <a:close/>
                <a:moveTo>
                  <a:pt x="180975" y="9525"/>
                </a:moveTo>
                <a:cubicBezTo>
                  <a:pt x="275664" y="9525"/>
                  <a:pt x="352425" y="86285"/>
                  <a:pt x="352425" y="180975"/>
                </a:cubicBezTo>
                <a:cubicBezTo>
                  <a:pt x="352425" y="275664"/>
                  <a:pt x="275664" y="352425"/>
                  <a:pt x="180975" y="352425"/>
                </a:cubicBezTo>
                <a:cubicBezTo>
                  <a:pt x="86286" y="352425"/>
                  <a:pt x="9525" y="275664"/>
                  <a:pt x="9525" y="180975"/>
                </a:cubicBezTo>
                <a:cubicBezTo>
                  <a:pt x="9624" y="86327"/>
                  <a:pt x="86327" y="9624"/>
                  <a:pt x="180975" y="9525"/>
                </a:cubicBezTo>
                <a:close/>
                <a:moveTo>
                  <a:pt x="180975" y="0"/>
                </a:moveTo>
                <a:cubicBezTo>
                  <a:pt x="81026" y="0"/>
                  <a:pt x="0" y="81025"/>
                  <a:pt x="0" y="180975"/>
                </a:cubicBezTo>
                <a:cubicBezTo>
                  <a:pt x="0" y="280925"/>
                  <a:pt x="81026" y="361950"/>
                  <a:pt x="180975" y="361950"/>
                </a:cubicBezTo>
                <a:cubicBezTo>
                  <a:pt x="280925" y="361950"/>
                  <a:pt x="361950" y="280925"/>
                  <a:pt x="361950" y="180975"/>
                </a:cubicBezTo>
                <a:cubicBezTo>
                  <a:pt x="361950" y="81025"/>
                  <a:pt x="280925" y="0"/>
                  <a:pt x="180975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AD0E13B-A6AA-6751-847E-DE5190580FBF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hlinkClick r:id="rId8" action="ppaction://hlinksldjump"/>
            <a:extLst>
              <a:ext uri="{FF2B5EF4-FFF2-40B4-BE49-F238E27FC236}">
                <a16:creationId xmlns:a16="http://schemas.microsoft.com/office/drawing/2014/main" id="{42A791C6-0702-4234-C43C-BA3C3766A1C2}"/>
              </a:ext>
            </a:extLst>
          </p:cNvPr>
          <p:cNvSpPr/>
          <p:nvPr/>
        </p:nvSpPr>
        <p:spPr>
          <a:xfrm>
            <a:off x="571500" y="772615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hlinkClick r:id="rId9" action="ppaction://hlinksldjump"/>
            <a:extLst>
              <a:ext uri="{FF2B5EF4-FFF2-40B4-BE49-F238E27FC236}">
                <a16:creationId xmlns:a16="http://schemas.microsoft.com/office/drawing/2014/main" id="{6B66952E-BA42-DBC3-A37A-AAED0EA9EF24}"/>
              </a:ext>
            </a:extLst>
          </p:cNvPr>
          <p:cNvSpPr/>
          <p:nvPr/>
        </p:nvSpPr>
        <p:spPr>
          <a:xfrm>
            <a:off x="571500" y="2056358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hlinkClick r:id="rId10" action="ppaction://hlinksldjump"/>
            <a:extLst>
              <a:ext uri="{FF2B5EF4-FFF2-40B4-BE49-F238E27FC236}">
                <a16:creationId xmlns:a16="http://schemas.microsoft.com/office/drawing/2014/main" id="{63FE0090-10F7-36A7-AE33-7088FF0A3EA3}"/>
              </a:ext>
            </a:extLst>
          </p:cNvPr>
          <p:cNvSpPr/>
          <p:nvPr/>
        </p:nvSpPr>
        <p:spPr>
          <a:xfrm>
            <a:off x="571500" y="3340101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hlinkClick r:id="rId11" action="ppaction://hlinksldjump"/>
            <a:extLst>
              <a:ext uri="{FF2B5EF4-FFF2-40B4-BE49-F238E27FC236}">
                <a16:creationId xmlns:a16="http://schemas.microsoft.com/office/drawing/2014/main" id="{39C39C89-823B-6568-FA46-B4877826C87B}"/>
              </a:ext>
            </a:extLst>
          </p:cNvPr>
          <p:cNvSpPr/>
          <p:nvPr/>
        </p:nvSpPr>
        <p:spPr>
          <a:xfrm>
            <a:off x="571500" y="4623844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hlinkClick r:id="rId12" action="ppaction://hlinksldjump"/>
            <a:extLst>
              <a:ext uri="{FF2B5EF4-FFF2-40B4-BE49-F238E27FC236}">
                <a16:creationId xmlns:a16="http://schemas.microsoft.com/office/drawing/2014/main" id="{3FC8A194-1B9C-6BAD-12D7-2783FAEB6CD2}"/>
              </a:ext>
            </a:extLst>
          </p:cNvPr>
          <p:cNvSpPr/>
          <p:nvPr/>
        </p:nvSpPr>
        <p:spPr>
          <a:xfrm>
            <a:off x="474134" y="5810220"/>
            <a:ext cx="372532" cy="3725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2B6379-844F-9B40-D9DF-57CFE507A9D5}"/>
              </a:ext>
            </a:extLst>
          </p:cNvPr>
          <p:cNvSpPr txBox="1"/>
          <p:nvPr/>
        </p:nvSpPr>
        <p:spPr>
          <a:xfrm>
            <a:off x="1320798" y="1869934"/>
            <a:ext cx="34718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About Exosphere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D770240-7D79-F664-4CB7-9FFC9FA2183B}"/>
              </a:ext>
            </a:extLst>
          </p:cNvPr>
          <p:cNvSpPr txBox="1"/>
          <p:nvPr/>
        </p:nvSpPr>
        <p:spPr>
          <a:xfrm>
            <a:off x="1320799" y="2506267"/>
            <a:ext cx="34718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bg1">
                  <a:lumMod val="8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600 km to 10,000 km (373–6,200 miles).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Outermost layer, transitioning into outer space.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Very sparse air, mostly hydrogen and helium.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Satellites orbit within this layer.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Specialty: Acts as the boundary between Earth's atmosphere and space. 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0329A47-42BE-D9BC-EFCF-68999E67B31A}"/>
              </a:ext>
            </a:extLst>
          </p:cNvPr>
          <p:cNvSpPr/>
          <p:nvPr/>
        </p:nvSpPr>
        <p:spPr>
          <a:xfrm>
            <a:off x="1359784" y="3996447"/>
            <a:ext cx="1150144" cy="337746"/>
          </a:xfrm>
          <a:prstGeom prst="roundRect">
            <a:avLst>
              <a:gd name="adj" fmla="val 4122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Layers </a:t>
            </a:r>
          </a:p>
        </p:txBody>
      </p:sp>
    </p:spTree>
    <p:extLst>
      <p:ext uri="{BB962C8B-B14F-4D97-AF65-F5344CB8AC3E}">
        <p14:creationId xmlns:p14="http://schemas.microsoft.com/office/powerpoint/2010/main" val="1559271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Cha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F3F0E-EA60-61A1-4DA7-41B5AD5FD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802E52F4-596B-E488-8F90-673F13EC65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DFE420F-4ABD-1BFE-2633-7994ED4FF512}"/>
              </a:ext>
            </a:extLst>
          </p:cNvPr>
          <p:cNvCxnSpPr/>
          <p:nvPr/>
        </p:nvCxnSpPr>
        <p:spPr>
          <a:xfrm>
            <a:off x="660400" y="874215"/>
            <a:ext cx="0" cy="51816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hlinkClick r:id="rId3" action="ppaction://hlinksldjump"/>
            <a:extLst>
              <a:ext uri="{FF2B5EF4-FFF2-40B4-BE49-F238E27FC236}">
                <a16:creationId xmlns:a16="http://schemas.microsoft.com/office/drawing/2014/main" id="{B7489C9B-F89B-6123-CD60-237A665DE786}"/>
              </a:ext>
            </a:extLst>
          </p:cNvPr>
          <p:cNvSpPr/>
          <p:nvPr/>
        </p:nvSpPr>
        <p:spPr>
          <a:xfrm>
            <a:off x="474134" y="675249"/>
            <a:ext cx="372532" cy="3725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Oval 88">
            <a:hlinkClick r:id="rId4" action="ppaction://hlinksldjump"/>
            <a:extLst>
              <a:ext uri="{FF2B5EF4-FFF2-40B4-BE49-F238E27FC236}">
                <a16:creationId xmlns:a16="http://schemas.microsoft.com/office/drawing/2014/main" id="{1F1A2E70-F373-3904-0932-D796F1F3B5E0}"/>
              </a:ext>
            </a:extLst>
          </p:cNvPr>
          <p:cNvSpPr/>
          <p:nvPr/>
        </p:nvSpPr>
        <p:spPr>
          <a:xfrm>
            <a:off x="571500" y="2056358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hlinkClick r:id="rId5" action="ppaction://hlinksldjump"/>
            <a:extLst>
              <a:ext uri="{FF2B5EF4-FFF2-40B4-BE49-F238E27FC236}">
                <a16:creationId xmlns:a16="http://schemas.microsoft.com/office/drawing/2014/main" id="{EAC13C2B-3E59-C385-2275-91570F15F6CE}"/>
              </a:ext>
            </a:extLst>
          </p:cNvPr>
          <p:cNvSpPr/>
          <p:nvPr/>
        </p:nvSpPr>
        <p:spPr>
          <a:xfrm>
            <a:off x="571500" y="3340101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hlinkClick r:id="rId6" action="ppaction://hlinksldjump"/>
            <a:extLst>
              <a:ext uri="{FF2B5EF4-FFF2-40B4-BE49-F238E27FC236}">
                <a16:creationId xmlns:a16="http://schemas.microsoft.com/office/drawing/2014/main" id="{BAB1D377-EC8E-27E6-C336-0BD74EC8EDC2}"/>
              </a:ext>
            </a:extLst>
          </p:cNvPr>
          <p:cNvSpPr/>
          <p:nvPr/>
        </p:nvSpPr>
        <p:spPr>
          <a:xfrm>
            <a:off x="571500" y="4623844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hlinkClick r:id="rId7" action="ppaction://hlinksldjump"/>
            <a:extLst>
              <a:ext uri="{FF2B5EF4-FFF2-40B4-BE49-F238E27FC236}">
                <a16:creationId xmlns:a16="http://schemas.microsoft.com/office/drawing/2014/main" id="{6A0F5007-481F-F630-E965-6BD48008617A}"/>
              </a:ext>
            </a:extLst>
          </p:cNvPr>
          <p:cNvSpPr/>
          <p:nvPr/>
        </p:nvSpPr>
        <p:spPr>
          <a:xfrm>
            <a:off x="571500" y="5907586"/>
            <a:ext cx="177799" cy="17779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8D36D63-CCAB-180D-DE8A-3338C28B5167}"/>
              </a:ext>
            </a:extLst>
          </p:cNvPr>
          <p:cNvSpPr txBox="1"/>
          <p:nvPr/>
        </p:nvSpPr>
        <p:spPr>
          <a:xfrm>
            <a:off x="1320798" y="1869934"/>
            <a:ext cx="4871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THANK YOU.</a:t>
            </a:r>
            <a:endParaRPr lang="en-US" sz="3200" dirty="0">
              <a:solidFill>
                <a:schemeClr val="bg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BABB51E-FAA1-1974-020E-D0E0D507A618}"/>
              </a:ext>
            </a:extLst>
          </p:cNvPr>
          <p:cNvSpPr txBox="1"/>
          <p:nvPr/>
        </p:nvSpPr>
        <p:spPr>
          <a:xfrm>
            <a:off x="1320798" y="2849167"/>
            <a:ext cx="3901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PPT Created by Manish Oraon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BD7EDEBB-A5B8-AA80-3619-401AC5FA7E77}"/>
              </a:ext>
            </a:extLst>
          </p:cNvPr>
          <p:cNvSpPr/>
          <p:nvPr/>
        </p:nvSpPr>
        <p:spPr>
          <a:xfrm>
            <a:off x="1359784" y="3996447"/>
            <a:ext cx="1150144" cy="337746"/>
          </a:xfrm>
          <a:prstGeom prst="roundRect">
            <a:avLst>
              <a:gd name="adj" fmla="val 4122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472272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Cha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402</Words>
  <Application>Microsoft Office PowerPoint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Poppins</vt:lpstr>
      <vt:lpstr>Poppins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Dxf Ibrahim</dc:creator>
  <cp:lastModifiedBy>Manish Oraon</cp:lastModifiedBy>
  <cp:revision>4</cp:revision>
  <dcterms:created xsi:type="dcterms:W3CDTF">2023-10-17T00:38:49Z</dcterms:created>
  <dcterms:modified xsi:type="dcterms:W3CDTF">2024-12-27T04:23:16Z</dcterms:modified>
</cp:coreProperties>
</file>